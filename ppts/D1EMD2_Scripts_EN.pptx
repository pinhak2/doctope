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58" r:id="rId4"/>
    <p:sldId id="262" r:id="rId5"/>
    <p:sldId id="261" r:id="rId6"/>
    <p:sldId id="267" r:id="rId7"/>
    <p:sldId id="266" r:id="rId8"/>
    <p:sldId id="265" r:id="rId9"/>
    <p:sldId id="260" r:id="rId10"/>
    <p:sldId id="263" r:id="rId11"/>
    <p:sldId id="268" r:id="rId12"/>
    <p:sldId id="269" r:id="rId13"/>
    <p:sldId id="270" r:id="rId14"/>
    <p:sldId id="264" r:id="rId15"/>
    <p:sldId id="271" r:id="rId16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C7C7C7"/>
    <a:srgbClr val="AEAEAE"/>
    <a:srgbClr val="927B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0" d="100"/>
          <a:sy n="40" d="100"/>
        </p:scale>
        <p:origin x="48" y="9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098958-245C-471F-AD18-32DEECCD922D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D03D81-A2F4-4B82-A884-2F9A9ED220D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031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Abordagem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D1-EM-D2.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A.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estretégia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etapas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principais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quais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utilizados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PyMOL (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Autodock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b,d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pacote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Gromacs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Um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cristal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alotipo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previamente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utilizado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Doador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MHC” e um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epitpo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cristalografado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MHC é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utilzado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padrão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peptídeo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estrutura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3D do epitopo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obtenção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um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pMHC,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(D1),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-se um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ciclo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refinamento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envolvento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etapa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minimização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energia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(EM) 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segunda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rodada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ancoramento molecular (D2).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Modificado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Sigaglia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 al.,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2013. B. A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D1-EM-D2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completamente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automatizada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através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scripts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computador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previamente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configurado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fornecer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arquivo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sequencia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epitopo no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FASTA 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executar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comando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“p_D1EMD2”,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estrutura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3D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do pMHC de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Este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comando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desencadeia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execução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scripts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secundários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quadro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cinza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etapas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sequencias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abordagem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D03D81-A2F4-4B82-A884-2F9A9ED220D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1608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074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4089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8259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668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845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8872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7182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4543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754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2199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7891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EABF56-1463-4DDA-84C3-A7D1D74C0D61}" type="datetimeFigureOut">
              <a:rPr lang="pt-BR" smtClean="0"/>
              <a:t>20/08/2018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CBAC18-8850-492F-B374-B0CC8973A5F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6558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828800"/>
            <a:ext cx="7315200" cy="3200400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0" y="836712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/>
              <a:t>The D1-EM-D2 protocol: from peptide FASTA to peptide-MHC PDB</a:t>
            </a:r>
          </a:p>
        </p:txBody>
      </p:sp>
      <p:sp>
        <p:nvSpPr>
          <p:cNvPr id="14" name="Forma livre 13"/>
          <p:cNvSpPr/>
          <p:nvPr/>
        </p:nvSpPr>
        <p:spPr>
          <a:xfrm>
            <a:off x="5537200" y="2044700"/>
            <a:ext cx="2895600" cy="3063296"/>
          </a:xfrm>
          <a:custGeom>
            <a:avLst/>
            <a:gdLst>
              <a:gd name="connsiteX0" fmla="*/ 304800 w 2895600"/>
              <a:gd name="connsiteY0" fmla="*/ 393700 h 3063296"/>
              <a:gd name="connsiteX1" fmla="*/ 304800 w 2895600"/>
              <a:gd name="connsiteY1" fmla="*/ 393700 h 3063296"/>
              <a:gd name="connsiteX2" fmla="*/ 317500 w 2895600"/>
              <a:gd name="connsiteY2" fmla="*/ 508000 h 3063296"/>
              <a:gd name="connsiteX3" fmla="*/ 330200 w 2895600"/>
              <a:gd name="connsiteY3" fmla="*/ 546100 h 3063296"/>
              <a:gd name="connsiteX4" fmla="*/ 368300 w 2895600"/>
              <a:gd name="connsiteY4" fmla="*/ 584200 h 3063296"/>
              <a:gd name="connsiteX5" fmla="*/ 419100 w 2895600"/>
              <a:gd name="connsiteY5" fmla="*/ 698500 h 3063296"/>
              <a:gd name="connsiteX6" fmla="*/ 457200 w 2895600"/>
              <a:gd name="connsiteY6" fmla="*/ 711200 h 3063296"/>
              <a:gd name="connsiteX7" fmla="*/ 495300 w 2895600"/>
              <a:gd name="connsiteY7" fmla="*/ 736600 h 3063296"/>
              <a:gd name="connsiteX8" fmla="*/ 533400 w 2895600"/>
              <a:gd name="connsiteY8" fmla="*/ 812800 h 3063296"/>
              <a:gd name="connsiteX9" fmla="*/ 546100 w 2895600"/>
              <a:gd name="connsiteY9" fmla="*/ 850900 h 3063296"/>
              <a:gd name="connsiteX10" fmla="*/ 533400 w 2895600"/>
              <a:gd name="connsiteY10" fmla="*/ 1003300 h 3063296"/>
              <a:gd name="connsiteX11" fmla="*/ 508000 w 2895600"/>
              <a:gd name="connsiteY11" fmla="*/ 1079500 h 3063296"/>
              <a:gd name="connsiteX12" fmla="*/ 495300 w 2895600"/>
              <a:gd name="connsiteY12" fmla="*/ 1155700 h 3063296"/>
              <a:gd name="connsiteX13" fmla="*/ 482600 w 2895600"/>
              <a:gd name="connsiteY13" fmla="*/ 1358900 h 3063296"/>
              <a:gd name="connsiteX14" fmla="*/ 431800 w 2895600"/>
              <a:gd name="connsiteY14" fmla="*/ 1473200 h 3063296"/>
              <a:gd name="connsiteX15" fmla="*/ 393700 w 2895600"/>
              <a:gd name="connsiteY15" fmla="*/ 1587500 h 3063296"/>
              <a:gd name="connsiteX16" fmla="*/ 342900 w 2895600"/>
              <a:gd name="connsiteY16" fmla="*/ 1739900 h 3063296"/>
              <a:gd name="connsiteX17" fmla="*/ 330200 w 2895600"/>
              <a:gd name="connsiteY17" fmla="*/ 1778000 h 3063296"/>
              <a:gd name="connsiteX18" fmla="*/ 317500 w 2895600"/>
              <a:gd name="connsiteY18" fmla="*/ 1816100 h 3063296"/>
              <a:gd name="connsiteX19" fmla="*/ 304800 w 2895600"/>
              <a:gd name="connsiteY19" fmla="*/ 1943100 h 3063296"/>
              <a:gd name="connsiteX20" fmla="*/ 203200 w 2895600"/>
              <a:gd name="connsiteY20" fmla="*/ 2032000 h 3063296"/>
              <a:gd name="connsiteX21" fmla="*/ 139700 w 2895600"/>
              <a:gd name="connsiteY21" fmla="*/ 2108200 h 3063296"/>
              <a:gd name="connsiteX22" fmla="*/ 101600 w 2895600"/>
              <a:gd name="connsiteY22" fmla="*/ 2146300 h 3063296"/>
              <a:gd name="connsiteX23" fmla="*/ 50800 w 2895600"/>
              <a:gd name="connsiteY23" fmla="*/ 2235200 h 3063296"/>
              <a:gd name="connsiteX24" fmla="*/ 12700 w 2895600"/>
              <a:gd name="connsiteY24" fmla="*/ 2362200 h 3063296"/>
              <a:gd name="connsiteX25" fmla="*/ 0 w 2895600"/>
              <a:gd name="connsiteY25" fmla="*/ 2425700 h 3063296"/>
              <a:gd name="connsiteX26" fmla="*/ 38100 w 2895600"/>
              <a:gd name="connsiteY26" fmla="*/ 2667000 h 3063296"/>
              <a:gd name="connsiteX27" fmla="*/ 63500 w 2895600"/>
              <a:gd name="connsiteY27" fmla="*/ 2730500 h 3063296"/>
              <a:gd name="connsiteX28" fmla="*/ 139700 w 2895600"/>
              <a:gd name="connsiteY28" fmla="*/ 2794000 h 3063296"/>
              <a:gd name="connsiteX29" fmla="*/ 177800 w 2895600"/>
              <a:gd name="connsiteY29" fmla="*/ 2832100 h 3063296"/>
              <a:gd name="connsiteX30" fmla="*/ 228600 w 2895600"/>
              <a:gd name="connsiteY30" fmla="*/ 2857500 h 3063296"/>
              <a:gd name="connsiteX31" fmla="*/ 431800 w 2895600"/>
              <a:gd name="connsiteY31" fmla="*/ 2895600 h 3063296"/>
              <a:gd name="connsiteX32" fmla="*/ 723900 w 2895600"/>
              <a:gd name="connsiteY32" fmla="*/ 2908300 h 3063296"/>
              <a:gd name="connsiteX33" fmla="*/ 939800 w 2895600"/>
              <a:gd name="connsiteY33" fmla="*/ 2921000 h 3063296"/>
              <a:gd name="connsiteX34" fmla="*/ 1016000 w 2895600"/>
              <a:gd name="connsiteY34" fmla="*/ 2946400 h 3063296"/>
              <a:gd name="connsiteX35" fmla="*/ 1117600 w 2895600"/>
              <a:gd name="connsiteY35" fmla="*/ 2971800 h 3063296"/>
              <a:gd name="connsiteX36" fmla="*/ 1155700 w 2895600"/>
              <a:gd name="connsiteY36" fmla="*/ 2984500 h 3063296"/>
              <a:gd name="connsiteX37" fmla="*/ 1193800 w 2895600"/>
              <a:gd name="connsiteY37" fmla="*/ 3009900 h 3063296"/>
              <a:gd name="connsiteX38" fmla="*/ 1257300 w 2895600"/>
              <a:gd name="connsiteY38" fmla="*/ 3022600 h 3063296"/>
              <a:gd name="connsiteX39" fmla="*/ 1308100 w 2895600"/>
              <a:gd name="connsiteY39" fmla="*/ 3048000 h 3063296"/>
              <a:gd name="connsiteX40" fmla="*/ 1638300 w 2895600"/>
              <a:gd name="connsiteY40" fmla="*/ 3048000 h 3063296"/>
              <a:gd name="connsiteX41" fmla="*/ 1803400 w 2895600"/>
              <a:gd name="connsiteY41" fmla="*/ 3009900 h 3063296"/>
              <a:gd name="connsiteX42" fmla="*/ 1892300 w 2895600"/>
              <a:gd name="connsiteY42" fmla="*/ 2933700 h 3063296"/>
              <a:gd name="connsiteX43" fmla="*/ 1943100 w 2895600"/>
              <a:gd name="connsiteY43" fmla="*/ 2908300 h 3063296"/>
              <a:gd name="connsiteX44" fmla="*/ 2019300 w 2895600"/>
              <a:gd name="connsiteY44" fmla="*/ 2870200 h 3063296"/>
              <a:gd name="connsiteX45" fmla="*/ 2146300 w 2895600"/>
              <a:gd name="connsiteY45" fmla="*/ 2794000 h 3063296"/>
              <a:gd name="connsiteX46" fmla="*/ 2209800 w 2895600"/>
              <a:gd name="connsiteY46" fmla="*/ 2768600 h 3063296"/>
              <a:gd name="connsiteX47" fmla="*/ 2247900 w 2895600"/>
              <a:gd name="connsiteY47" fmla="*/ 2755900 h 3063296"/>
              <a:gd name="connsiteX48" fmla="*/ 2286000 w 2895600"/>
              <a:gd name="connsiteY48" fmla="*/ 2730500 h 3063296"/>
              <a:gd name="connsiteX49" fmla="*/ 2387600 w 2895600"/>
              <a:gd name="connsiteY49" fmla="*/ 2705100 h 3063296"/>
              <a:gd name="connsiteX50" fmla="*/ 2476500 w 2895600"/>
              <a:gd name="connsiteY50" fmla="*/ 2654300 h 3063296"/>
              <a:gd name="connsiteX51" fmla="*/ 2540000 w 2895600"/>
              <a:gd name="connsiteY51" fmla="*/ 2641600 h 3063296"/>
              <a:gd name="connsiteX52" fmla="*/ 2590800 w 2895600"/>
              <a:gd name="connsiteY52" fmla="*/ 2616200 h 3063296"/>
              <a:gd name="connsiteX53" fmla="*/ 2667000 w 2895600"/>
              <a:gd name="connsiteY53" fmla="*/ 2527300 h 3063296"/>
              <a:gd name="connsiteX54" fmla="*/ 2717800 w 2895600"/>
              <a:gd name="connsiteY54" fmla="*/ 2451100 h 3063296"/>
              <a:gd name="connsiteX55" fmla="*/ 2768600 w 2895600"/>
              <a:gd name="connsiteY55" fmla="*/ 2311400 h 3063296"/>
              <a:gd name="connsiteX56" fmla="*/ 2781300 w 2895600"/>
              <a:gd name="connsiteY56" fmla="*/ 2273300 h 3063296"/>
              <a:gd name="connsiteX57" fmla="*/ 2794000 w 2895600"/>
              <a:gd name="connsiteY57" fmla="*/ 2222500 h 3063296"/>
              <a:gd name="connsiteX58" fmla="*/ 2819400 w 2895600"/>
              <a:gd name="connsiteY58" fmla="*/ 1397000 h 3063296"/>
              <a:gd name="connsiteX59" fmla="*/ 2832100 w 2895600"/>
              <a:gd name="connsiteY59" fmla="*/ 1333500 h 3063296"/>
              <a:gd name="connsiteX60" fmla="*/ 2857500 w 2895600"/>
              <a:gd name="connsiteY60" fmla="*/ 1244600 h 3063296"/>
              <a:gd name="connsiteX61" fmla="*/ 2882900 w 2895600"/>
              <a:gd name="connsiteY61" fmla="*/ 1181100 h 3063296"/>
              <a:gd name="connsiteX62" fmla="*/ 2895600 w 2895600"/>
              <a:gd name="connsiteY62" fmla="*/ 1117600 h 3063296"/>
              <a:gd name="connsiteX63" fmla="*/ 2882900 w 2895600"/>
              <a:gd name="connsiteY63" fmla="*/ 812800 h 3063296"/>
              <a:gd name="connsiteX64" fmla="*/ 2870200 w 2895600"/>
              <a:gd name="connsiteY64" fmla="*/ 762000 h 3063296"/>
              <a:gd name="connsiteX65" fmla="*/ 2819400 w 2895600"/>
              <a:gd name="connsiteY65" fmla="*/ 711200 h 3063296"/>
              <a:gd name="connsiteX66" fmla="*/ 2806700 w 2895600"/>
              <a:gd name="connsiteY66" fmla="*/ 660400 h 3063296"/>
              <a:gd name="connsiteX67" fmla="*/ 2768600 w 2895600"/>
              <a:gd name="connsiteY67" fmla="*/ 622300 h 3063296"/>
              <a:gd name="connsiteX68" fmla="*/ 2692400 w 2895600"/>
              <a:gd name="connsiteY68" fmla="*/ 520700 h 3063296"/>
              <a:gd name="connsiteX69" fmla="*/ 2616200 w 2895600"/>
              <a:gd name="connsiteY69" fmla="*/ 431800 h 3063296"/>
              <a:gd name="connsiteX70" fmla="*/ 2578100 w 2895600"/>
              <a:gd name="connsiteY70" fmla="*/ 406400 h 3063296"/>
              <a:gd name="connsiteX71" fmla="*/ 2527300 w 2895600"/>
              <a:gd name="connsiteY71" fmla="*/ 355600 h 3063296"/>
              <a:gd name="connsiteX72" fmla="*/ 2451100 w 2895600"/>
              <a:gd name="connsiteY72" fmla="*/ 304800 h 3063296"/>
              <a:gd name="connsiteX73" fmla="*/ 2362200 w 2895600"/>
              <a:gd name="connsiteY73" fmla="*/ 228600 h 3063296"/>
              <a:gd name="connsiteX74" fmla="*/ 2336800 w 2895600"/>
              <a:gd name="connsiteY74" fmla="*/ 177800 h 3063296"/>
              <a:gd name="connsiteX75" fmla="*/ 2298700 w 2895600"/>
              <a:gd name="connsiteY75" fmla="*/ 165100 h 3063296"/>
              <a:gd name="connsiteX76" fmla="*/ 2184400 w 2895600"/>
              <a:gd name="connsiteY76" fmla="*/ 127000 h 3063296"/>
              <a:gd name="connsiteX77" fmla="*/ 1803400 w 2895600"/>
              <a:gd name="connsiteY77" fmla="*/ 88900 h 3063296"/>
              <a:gd name="connsiteX78" fmla="*/ 1752600 w 2895600"/>
              <a:gd name="connsiteY78" fmla="*/ 76200 h 3063296"/>
              <a:gd name="connsiteX79" fmla="*/ 1689100 w 2895600"/>
              <a:gd name="connsiteY79" fmla="*/ 63500 h 3063296"/>
              <a:gd name="connsiteX80" fmla="*/ 1600200 w 2895600"/>
              <a:gd name="connsiteY80" fmla="*/ 25400 h 3063296"/>
              <a:gd name="connsiteX81" fmla="*/ 1498600 w 2895600"/>
              <a:gd name="connsiteY81" fmla="*/ 0 h 3063296"/>
              <a:gd name="connsiteX82" fmla="*/ 1295400 w 2895600"/>
              <a:gd name="connsiteY82" fmla="*/ 12700 h 3063296"/>
              <a:gd name="connsiteX83" fmla="*/ 1219200 w 2895600"/>
              <a:gd name="connsiteY83" fmla="*/ 63500 h 3063296"/>
              <a:gd name="connsiteX84" fmla="*/ 1181100 w 2895600"/>
              <a:gd name="connsiteY84" fmla="*/ 88900 h 3063296"/>
              <a:gd name="connsiteX85" fmla="*/ 1130300 w 2895600"/>
              <a:gd name="connsiteY85" fmla="*/ 127000 h 3063296"/>
              <a:gd name="connsiteX86" fmla="*/ 1079500 w 2895600"/>
              <a:gd name="connsiteY86" fmla="*/ 139700 h 3063296"/>
              <a:gd name="connsiteX87" fmla="*/ 850900 w 2895600"/>
              <a:gd name="connsiteY87" fmla="*/ 165100 h 3063296"/>
              <a:gd name="connsiteX88" fmla="*/ 800100 w 2895600"/>
              <a:gd name="connsiteY88" fmla="*/ 177800 h 3063296"/>
              <a:gd name="connsiteX89" fmla="*/ 723900 w 2895600"/>
              <a:gd name="connsiteY89" fmla="*/ 190500 h 3063296"/>
              <a:gd name="connsiteX90" fmla="*/ 685800 w 2895600"/>
              <a:gd name="connsiteY90" fmla="*/ 203200 h 3063296"/>
              <a:gd name="connsiteX91" fmla="*/ 660400 w 2895600"/>
              <a:gd name="connsiteY91" fmla="*/ 241300 h 3063296"/>
              <a:gd name="connsiteX92" fmla="*/ 584200 w 2895600"/>
              <a:gd name="connsiteY92" fmla="*/ 317500 h 3063296"/>
              <a:gd name="connsiteX93" fmla="*/ 558800 w 2895600"/>
              <a:gd name="connsiteY93" fmla="*/ 355600 h 3063296"/>
              <a:gd name="connsiteX94" fmla="*/ 482600 w 2895600"/>
              <a:gd name="connsiteY94" fmla="*/ 406400 h 3063296"/>
              <a:gd name="connsiteX95" fmla="*/ 254000 w 2895600"/>
              <a:gd name="connsiteY95" fmla="*/ 419100 h 3063296"/>
              <a:gd name="connsiteX96" fmla="*/ 355600 w 2895600"/>
              <a:gd name="connsiteY96" fmla="*/ 419100 h 3063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</a:cxnLst>
            <a:rect l="l" t="t" r="r" b="b"/>
            <a:pathLst>
              <a:path w="2895600" h="3063296">
                <a:moveTo>
                  <a:pt x="304800" y="393700"/>
                </a:moveTo>
                <a:lnTo>
                  <a:pt x="304800" y="393700"/>
                </a:lnTo>
                <a:cubicBezTo>
                  <a:pt x="309033" y="431800"/>
                  <a:pt x="311198" y="470187"/>
                  <a:pt x="317500" y="508000"/>
                </a:cubicBezTo>
                <a:cubicBezTo>
                  <a:pt x="319701" y="521205"/>
                  <a:pt x="322774" y="534961"/>
                  <a:pt x="330200" y="546100"/>
                </a:cubicBezTo>
                <a:cubicBezTo>
                  <a:pt x="340163" y="561044"/>
                  <a:pt x="355600" y="571500"/>
                  <a:pt x="368300" y="584200"/>
                </a:cubicBezTo>
                <a:cubicBezTo>
                  <a:pt x="376061" y="607484"/>
                  <a:pt x="391656" y="676545"/>
                  <a:pt x="419100" y="698500"/>
                </a:cubicBezTo>
                <a:cubicBezTo>
                  <a:pt x="429553" y="706863"/>
                  <a:pt x="445226" y="705213"/>
                  <a:pt x="457200" y="711200"/>
                </a:cubicBezTo>
                <a:cubicBezTo>
                  <a:pt x="470852" y="718026"/>
                  <a:pt x="482600" y="728133"/>
                  <a:pt x="495300" y="736600"/>
                </a:cubicBezTo>
                <a:cubicBezTo>
                  <a:pt x="527222" y="832365"/>
                  <a:pt x="484161" y="714323"/>
                  <a:pt x="533400" y="812800"/>
                </a:cubicBezTo>
                <a:cubicBezTo>
                  <a:pt x="539387" y="824774"/>
                  <a:pt x="541867" y="838200"/>
                  <a:pt x="546100" y="850900"/>
                </a:cubicBezTo>
                <a:cubicBezTo>
                  <a:pt x="541867" y="901700"/>
                  <a:pt x="541780" y="953018"/>
                  <a:pt x="533400" y="1003300"/>
                </a:cubicBezTo>
                <a:cubicBezTo>
                  <a:pt x="528998" y="1029710"/>
                  <a:pt x="512402" y="1053090"/>
                  <a:pt x="508000" y="1079500"/>
                </a:cubicBezTo>
                <a:lnTo>
                  <a:pt x="495300" y="1155700"/>
                </a:lnTo>
                <a:cubicBezTo>
                  <a:pt x="491067" y="1223433"/>
                  <a:pt x="491770" y="1291657"/>
                  <a:pt x="482600" y="1358900"/>
                </a:cubicBezTo>
                <a:cubicBezTo>
                  <a:pt x="467723" y="1467998"/>
                  <a:pt x="463301" y="1402323"/>
                  <a:pt x="431800" y="1473200"/>
                </a:cubicBezTo>
                <a:lnTo>
                  <a:pt x="393700" y="1587500"/>
                </a:lnTo>
                <a:lnTo>
                  <a:pt x="342900" y="1739900"/>
                </a:lnTo>
                <a:lnTo>
                  <a:pt x="330200" y="1778000"/>
                </a:lnTo>
                <a:lnTo>
                  <a:pt x="317500" y="1816100"/>
                </a:lnTo>
                <a:cubicBezTo>
                  <a:pt x="313267" y="1858433"/>
                  <a:pt x="314367" y="1901645"/>
                  <a:pt x="304800" y="1943100"/>
                </a:cubicBezTo>
                <a:cubicBezTo>
                  <a:pt x="294005" y="1989878"/>
                  <a:pt x="229023" y="2006177"/>
                  <a:pt x="203200" y="2032000"/>
                </a:cubicBezTo>
                <a:cubicBezTo>
                  <a:pt x="91890" y="2143310"/>
                  <a:pt x="228107" y="2002112"/>
                  <a:pt x="139700" y="2108200"/>
                </a:cubicBezTo>
                <a:cubicBezTo>
                  <a:pt x="128202" y="2121998"/>
                  <a:pt x="113098" y="2132502"/>
                  <a:pt x="101600" y="2146300"/>
                </a:cubicBezTo>
                <a:cubicBezTo>
                  <a:pt x="83976" y="2167448"/>
                  <a:pt x="60355" y="2211312"/>
                  <a:pt x="50800" y="2235200"/>
                </a:cubicBezTo>
                <a:cubicBezTo>
                  <a:pt x="34971" y="2274773"/>
                  <a:pt x="22056" y="2320098"/>
                  <a:pt x="12700" y="2362200"/>
                </a:cubicBezTo>
                <a:cubicBezTo>
                  <a:pt x="8017" y="2383272"/>
                  <a:pt x="4233" y="2404533"/>
                  <a:pt x="0" y="2425700"/>
                </a:cubicBezTo>
                <a:cubicBezTo>
                  <a:pt x="12599" y="2589483"/>
                  <a:pt x="-3709" y="2552025"/>
                  <a:pt x="38100" y="2667000"/>
                </a:cubicBezTo>
                <a:cubicBezTo>
                  <a:pt x="45891" y="2688425"/>
                  <a:pt x="51418" y="2711168"/>
                  <a:pt x="63500" y="2730500"/>
                </a:cubicBezTo>
                <a:cubicBezTo>
                  <a:pt x="87698" y="2769216"/>
                  <a:pt x="107643" y="2767286"/>
                  <a:pt x="139700" y="2794000"/>
                </a:cubicBezTo>
                <a:cubicBezTo>
                  <a:pt x="153498" y="2805498"/>
                  <a:pt x="163185" y="2821661"/>
                  <a:pt x="177800" y="2832100"/>
                </a:cubicBezTo>
                <a:cubicBezTo>
                  <a:pt x="193206" y="2843104"/>
                  <a:pt x="210639" y="2851513"/>
                  <a:pt x="228600" y="2857500"/>
                </a:cubicBezTo>
                <a:cubicBezTo>
                  <a:pt x="290197" y="2878032"/>
                  <a:pt x="367043" y="2891422"/>
                  <a:pt x="431800" y="2895600"/>
                </a:cubicBezTo>
                <a:cubicBezTo>
                  <a:pt x="529056" y="2901875"/>
                  <a:pt x="626563" y="2903433"/>
                  <a:pt x="723900" y="2908300"/>
                </a:cubicBezTo>
                <a:lnTo>
                  <a:pt x="939800" y="2921000"/>
                </a:lnTo>
                <a:cubicBezTo>
                  <a:pt x="965200" y="2929467"/>
                  <a:pt x="990025" y="2939906"/>
                  <a:pt x="1016000" y="2946400"/>
                </a:cubicBezTo>
                <a:cubicBezTo>
                  <a:pt x="1049867" y="2954867"/>
                  <a:pt x="1084482" y="2960761"/>
                  <a:pt x="1117600" y="2971800"/>
                </a:cubicBezTo>
                <a:cubicBezTo>
                  <a:pt x="1130300" y="2976033"/>
                  <a:pt x="1143726" y="2978513"/>
                  <a:pt x="1155700" y="2984500"/>
                </a:cubicBezTo>
                <a:cubicBezTo>
                  <a:pt x="1169352" y="2991326"/>
                  <a:pt x="1179508" y="3004541"/>
                  <a:pt x="1193800" y="3009900"/>
                </a:cubicBezTo>
                <a:cubicBezTo>
                  <a:pt x="1214011" y="3017479"/>
                  <a:pt x="1236133" y="3018367"/>
                  <a:pt x="1257300" y="3022600"/>
                </a:cubicBezTo>
                <a:cubicBezTo>
                  <a:pt x="1274233" y="3031067"/>
                  <a:pt x="1290139" y="3042013"/>
                  <a:pt x="1308100" y="3048000"/>
                </a:cubicBezTo>
                <a:cubicBezTo>
                  <a:pt x="1406102" y="3080667"/>
                  <a:pt x="1567616" y="3051366"/>
                  <a:pt x="1638300" y="3048000"/>
                </a:cubicBezTo>
                <a:cubicBezTo>
                  <a:pt x="1778427" y="3019975"/>
                  <a:pt x="1724344" y="3036252"/>
                  <a:pt x="1803400" y="3009900"/>
                </a:cubicBezTo>
                <a:cubicBezTo>
                  <a:pt x="1838035" y="2975265"/>
                  <a:pt x="1848854" y="2960854"/>
                  <a:pt x="1892300" y="2933700"/>
                </a:cubicBezTo>
                <a:cubicBezTo>
                  <a:pt x="1908354" y="2923666"/>
                  <a:pt x="1926662" y="2917693"/>
                  <a:pt x="1943100" y="2908300"/>
                </a:cubicBezTo>
                <a:cubicBezTo>
                  <a:pt x="2012034" y="2868909"/>
                  <a:pt x="1949446" y="2893485"/>
                  <a:pt x="2019300" y="2870200"/>
                </a:cubicBezTo>
                <a:cubicBezTo>
                  <a:pt x="2081910" y="2823243"/>
                  <a:pt x="2065804" y="2830589"/>
                  <a:pt x="2146300" y="2794000"/>
                </a:cubicBezTo>
                <a:cubicBezTo>
                  <a:pt x="2167054" y="2784566"/>
                  <a:pt x="2188454" y="2776605"/>
                  <a:pt x="2209800" y="2768600"/>
                </a:cubicBezTo>
                <a:cubicBezTo>
                  <a:pt x="2222335" y="2763900"/>
                  <a:pt x="2235926" y="2761887"/>
                  <a:pt x="2247900" y="2755900"/>
                </a:cubicBezTo>
                <a:cubicBezTo>
                  <a:pt x="2261552" y="2749074"/>
                  <a:pt x="2271708" y="2735859"/>
                  <a:pt x="2286000" y="2730500"/>
                </a:cubicBezTo>
                <a:cubicBezTo>
                  <a:pt x="2343966" y="2708763"/>
                  <a:pt x="2340595" y="2728602"/>
                  <a:pt x="2387600" y="2705100"/>
                </a:cubicBezTo>
                <a:cubicBezTo>
                  <a:pt x="2443342" y="2677229"/>
                  <a:pt x="2409704" y="2676565"/>
                  <a:pt x="2476500" y="2654300"/>
                </a:cubicBezTo>
                <a:cubicBezTo>
                  <a:pt x="2496978" y="2647474"/>
                  <a:pt x="2518833" y="2645833"/>
                  <a:pt x="2540000" y="2641600"/>
                </a:cubicBezTo>
                <a:cubicBezTo>
                  <a:pt x="2556933" y="2633133"/>
                  <a:pt x="2575394" y="2627204"/>
                  <a:pt x="2590800" y="2616200"/>
                </a:cubicBezTo>
                <a:cubicBezTo>
                  <a:pt x="2617111" y="2597407"/>
                  <a:pt x="2649657" y="2552076"/>
                  <a:pt x="2667000" y="2527300"/>
                </a:cubicBezTo>
                <a:cubicBezTo>
                  <a:pt x="2684506" y="2502291"/>
                  <a:pt x="2706463" y="2479444"/>
                  <a:pt x="2717800" y="2451100"/>
                </a:cubicBezTo>
                <a:cubicBezTo>
                  <a:pt x="2753144" y="2362741"/>
                  <a:pt x="2735991" y="2409227"/>
                  <a:pt x="2768600" y="2311400"/>
                </a:cubicBezTo>
                <a:cubicBezTo>
                  <a:pt x="2772833" y="2298700"/>
                  <a:pt x="2778053" y="2286287"/>
                  <a:pt x="2781300" y="2273300"/>
                </a:cubicBezTo>
                <a:lnTo>
                  <a:pt x="2794000" y="2222500"/>
                </a:lnTo>
                <a:cubicBezTo>
                  <a:pt x="2796348" y="2135620"/>
                  <a:pt x="2811369" y="1529509"/>
                  <a:pt x="2819400" y="1397000"/>
                </a:cubicBezTo>
                <a:cubicBezTo>
                  <a:pt x="2820706" y="1375454"/>
                  <a:pt x="2827417" y="1354572"/>
                  <a:pt x="2832100" y="1333500"/>
                </a:cubicBezTo>
                <a:cubicBezTo>
                  <a:pt x="2839379" y="1300747"/>
                  <a:pt x="2845929" y="1275457"/>
                  <a:pt x="2857500" y="1244600"/>
                </a:cubicBezTo>
                <a:cubicBezTo>
                  <a:pt x="2865505" y="1223254"/>
                  <a:pt x="2876349" y="1202936"/>
                  <a:pt x="2882900" y="1181100"/>
                </a:cubicBezTo>
                <a:cubicBezTo>
                  <a:pt x="2889103" y="1160425"/>
                  <a:pt x="2891367" y="1138767"/>
                  <a:pt x="2895600" y="1117600"/>
                </a:cubicBezTo>
                <a:cubicBezTo>
                  <a:pt x="2891367" y="1016000"/>
                  <a:pt x="2890145" y="914230"/>
                  <a:pt x="2882900" y="812800"/>
                </a:cubicBezTo>
                <a:cubicBezTo>
                  <a:pt x="2881656" y="795390"/>
                  <a:pt x="2879451" y="776801"/>
                  <a:pt x="2870200" y="762000"/>
                </a:cubicBezTo>
                <a:cubicBezTo>
                  <a:pt x="2857508" y="741693"/>
                  <a:pt x="2836333" y="728133"/>
                  <a:pt x="2819400" y="711200"/>
                </a:cubicBezTo>
                <a:cubicBezTo>
                  <a:pt x="2815167" y="694267"/>
                  <a:pt x="2815360" y="675555"/>
                  <a:pt x="2806700" y="660400"/>
                </a:cubicBezTo>
                <a:cubicBezTo>
                  <a:pt x="2797789" y="644806"/>
                  <a:pt x="2779973" y="636201"/>
                  <a:pt x="2768600" y="622300"/>
                </a:cubicBezTo>
                <a:cubicBezTo>
                  <a:pt x="2741793" y="589536"/>
                  <a:pt x="2717800" y="554567"/>
                  <a:pt x="2692400" y="520700"/>
                </a:cubicBezTo>
                <a:cubicBezTo>
                  <a:pt x="2664370" y="483327"/>
                  <a:pt x="2651578" y="461282"/>
                  <a:pt x="2616200" y="431800"/>
                </a:cubicBezTo>
                <a:cubicBezTo>
                  <a:pt x="2604474" y="422029"/>
                  <a:pt x="2589689" y="416333"/>
                  <a:pt x="2578100" y="406400"/>
                </a:cubicBezTo>
                <a:cubicBezTo>
                  <a:pt x="2559918" y="390815"/>
                  <a:pt x="2546000" y="370560"/>
                  <a:pt x="2527300" y="355600"/>
                </a:cubicBezTo>
                <a:cubicBezTo>
                  <a:pt x="2503462" y="336530"/>
                  <a:pt x="2472686" y="326386"/>
                  <a:pt x="2451100" y="304800"/>
                </a:cubicBezTo>
                <a:cubicBezTo>
                  <a:pt x="2398033" y="251733"/>
                  <a:pt x="2427368" y="277476"/>
                  <a:pt x="2362200" y="228600"/>
                </a:cubicBezTo>
                <a:cubicBezTo>
                  <a:pt x="2353733" y="211667"/>
                  <a:pt x="2350187" y="191187"/>
                  <a:pt x="2336800" y="177800"/>
                </a:cubicBezTo>
                <a:cubicBezTo>
                  <a:pt x="2327334" y="168334"/>
                  <a:pt x="2310674" y="171087"/>
                  <a:pt x="2298700" y="165100"/>
                </a:cubicBezTo>
                <a:cubicBezTo>
                  <a:pt x="2213405" y="122452"/>
                  <a:pt x="2319131" y="147210"/>
                  <a:pt x="2184400" y="127000"/>
                </a:cubicBezTo>
                <a:cubicBezTo>
                  <a:pt x="1959415" y="93252"/>
                  <a:pt x="2043682" y="103918"/>
                  <a:pt x="1803400" y="88900"/>
                </a:cubicBezTo>
                <a:cubicBezTo>
                  <a:pt x="1786467" y="84667"/>
                  <a:pt x="1769639" y="79986"/>
                  <a:pt x="1752600" y="76200"/>
                </a:cubicBezTo>
                <a:cubicBezTo>
                  <a:pt x="1731528" y="71517"/>
                  <a:pt x="1709578" y="70326"/>
                  <a:pt x="1689100" y="63500"/>
                </a:cubicBezTo>
                <a:cubicBezTo>
                  <a:pt x="1532980" y="11460"/>
                  <a:pt x="1722266" y="58691"/>
                  <a:pt x="1600200" y="25400"/>
                </a:cubicBezTo>
                <a:cubicBezTo>
                  <a:pt x="1566521" y="16215"/>
                  <a:pt x="1498600" y="0"/>
                  <a:pt x="1498600" y="0"/>
                </a:cubicBezTo>
                <a:cubicBezTo>
                  <a:pt x="1430867" y="4233"/>
                  <a:pt x="1361578" y="-2340"/>
                  <a:pt x="1295400" y="12700"/>
                </a:cubicBezTo>
                <a:cubicBezTo>
                  <a:pt x="1265632" y="19465"/>
                  <a:pt x="1244600" y="46567"/>
                  <a:pt x="1219200" y="63500"/>
                </a:cubicBezTo>
                <a:cubicBezTo>
                  <a:pt x="1206500" y="71967"/>
                  <a:pt x="1193311" y="79742"/>
                  <a:pt x="1181100" y="88900"/>
                </a:cubicBezTo>
                <a:cubicBezTo>
                  <a:pt x="1164167" y="101600"/>
                  <a:pt x="1149232" y="117534"/>
                  <a:pt x="1130300" y="127000"/>
                </a:cubicBezTo>
                <a:cubicBezTo>
                  <a:pt x="1114688" y="134806"/>
                  <a:pt x="1096283" y="134905"/>
                  <a:pt x="1079500" y="139700"/>
                </a:cubicBezTo>
                <a:cubicBezTo>
                  <a:pt x="959617" y="173952"/>
                  <a:pt x="1156528" y="144725"/>
                  <a:pt x="850900" y="165100"/>
                </a:cubicBezTo>
                <a:cubicBezTo>
                  <a:pt x="833967" y="169333"/>
                  <a:pt x="817216" y="174377"/>
                  <a:pt x="800100" y="177800"/>
                </a:cubicBezTo>
                <a:cubicBezTo>
                  <a:pt x="774850" y="182850"/>
                  <a:pt x="749037" y="184914"/>
                  <a:pt x="723900" y="190500"/>
                </a:cubicBezTo>
                <a:cubicBezTo>
                  <a:pt x="710832" y="193404"/>
                  <a:pt x="698500" y="198967"/>
                  <a:pt x="685800" y="203200"/>
                </a:cubicBezTo>
                <a:cubicBezTo>
                  <a:pt x="677333" y="215900"/>
                  <a:pt x="670541" y="229892"/>
                  <a:pt x="660400" y="241300"/>
                </a:cubicBezTo>
                <a:cubicBezTo>
                  <a:pt x="636535" y="268148"/>
                  <a:pt x="604125" y="287612"/>
                  <a:pt x="584200" y="317500"/>
                </a:cubicBezTo>
                <a:cubicBezTo>
                  <a:pt x="575733" y="330200"/>
                  <a:pt x="570287" y="345549"/>
                  <a:pt x="558800" y="355600"/>
                </a:cubicBezTo>
                <a:cubicBezTo>
                  <a:pt x="535826" y="375702"/>
                  <a:pt x="513068" y="404496"/>
                  <a:pt x="482600" y="406400"/>
                </a:cubicBezTo>
                <a:cubicBezTo>
                  <a:pt x="270950" y="419628"/>
                  <a:pt x="347265" y="419100"/>
                  <a:pt x="254000" y="419100"/>
                </a:cubicBezTo>
                <a:lnTo>
                  <a:pt x="355600" y="4191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Forma livre 15"/>
          <p:cNvSpPr/>
          <p:nvPr/>
        </p:nvSpPr>
        <p:spPr>
          <a:xfrm>
            <a:off x="1835695" y="1700808"/>
            <a:ext cx="2828745" cy="838200"/>
          </a:xfrm>
          <a:custGeom>
            <a:avLst/>
            <a:gdLst>
              <a:gd name="connsiteX0" fmla="*/ 78043 w 2828745"/>
              <a:gd name="connsiteY0" fmla="*/ 215900 h 838200"/>
              <a:gd name="connsiteX1" fmla="*/ 78043 w 2828745"/>
              <a:gd name="connsiteY1" fmla="*/ 215900 h 838200"/>
              <a:gd name="connsiteX2" fmla="*/ 14543 w 2828745"/>
              <a:gd name="connsiteY2" fmla="*/ 304800 h 838200"/>
              <a:gd name="connsiteX3" fmla="*/ 14543 w 2828745"/>
              <a:gd name="connsiteY3" fmla="*/ 457200 h 838200"/>
              <a:gd name="connsiteX4" fmla="*/ 52643 w 2828745"/>
              <a:gd name="connsiteY4" fmla="*/ 495300 h 838200"/>
              <a:gd name="connsiteX5" fmla="*/ 78043 w 2828745"/>
              <a:gd name="connsiteY5" fmla="*/ 571500 h 838200"/>
              <a:gd name="connsiteX6" fmla="*/ 90743 w 2828745"/>
              <a:gd name="connsiteY6" fmla="*/ 635000 h 838200"/>
              <a:gd name="connsiteX7" fmla="*/ 166943 w 2828745"/>
              <a:gd name="connsiteY7" fmla="*/ 685800 h 838200"/>
              <a:gd name="connsiteX8" fmla="*/ 243143 w 2828745"/>
              <a:gd name="connsiteY8" fmla="*/ 698500 h 838200"/>
              <a:gd name="connsiteX9" fmla="*/ 332043 w 2828745"/>
              <a:gd name="connsiteY9" fmla="*/ 711200 h 838200"/>
              <a:gd name="connsiteX10" fmla="*/ 814643 w 2828745"/>
              <a:gd name="connsiteY10" fmla="*/ 698500 h 838200"/>
              <a:gd name="connsiteX11" fmla="*/ 890843 w 2828745"/>
              <a:gd name="connsiteY11" fmla="*/ 685800 h 838200"/>
              <a:gd name="connsiteX12" fmla="*/ 928943 w 2828745"/>
              <a:gd name="connsiteY12" fmla="*/ 660400 h 838200"/>
              <a:gd name="connsiteX13" fmla="*/ 967043 w 2828745"/>
              <a:gd name="connsiteY13" fmla="*/ 647700 h 838200"/>
              <a:gd name="connsiteX14" fmla="*/ 1106743 w 2828745"/>
              <a:gd name="connsiteY14" fmla="*/ 660400 h 838200"/>
              <a:gd name="connsiteX15" fmla="*/ 1182943 w 2828745"/>
              <a:gd name="connsiteY15" fmla="*/ 711200 h 838200"/>
              <a:gd name="connsiteX16" fmla="*/ 1221043 w 2828745"/>
              <a:gd name="connsiteY16" fmla="*/ 736600 h 838200"/>
              <a:gd name="connsiteX17" fmla="*/ 1335343 w 2828745"/>
              <a:gd name="connsiteY17" fmla="*/ 762000 h 838200"/>
              <a:gd name="connsiteX18" fmla="*/ 1386143 w 2828745"/>
              <a:gd name="connsiteY18" fmla="*/ 774700 h 838200"/>
              <a:gd name="connsiteX19" fmla="*/ 1576643 w 2828745"/>
              <a:gd name="connsiteY19" fmla="*/ 812800 h 838200"/>
              <a:gd name="connsiteX20" fmla="*/ 1640143 w 2828745"/>
              <a:gd name="connsiteY20" fmla="*/ 825500 h 838200"/>
              <a:gd name="connsiteX21" fmla="*/ 1703643 w 2828745"/>
              <a:gd name="connsiteY21" fmla="*/ 838200 h 838200"/>
              <a:gd name="connsiteX22" fmla="*/ 2097343 w 2828745"/>
              <a:gd name="connsiteY22" fmla="*/ 825500 h 838200"/>
              <a:gd name="connsiteX23" fmla="*/ 2198943 w 2828745"/>
              <a:gd name="connsiteY23" fmla="*/ 812800 h 838200"/>
              <a:gd name="connsiteX24" fmla="*/ 2275143 w 2828745"/>
              <a:gd name="connsiteY24" fmla="*/ 787400 h 838200"/>
              <a:gd name="connsiteX25" fmla="*/ 2351343 w 2828745"/>
              <a:gd name="connsiteY25" fmla="*/ 762000 h 838200"/>
              <a:gd name="connsiteX26" fmla="*/ 2389443 w 2828745"/>
              <a:gd name="connsiteY26" fmla="*/ 749300 h 838200"/>
              <a:gd name="connsiteX27" fmla="*/ 2427543 w 2828745"/>
              <a:gd name="connsiteY27" fmla="*/ 723900 h 838200"/>
              <a:gd name="connsiteX28" fmla="*/ 2465643 w 2828745"/>
              <a:gd name="connsiteY28" fmla="*/ 685800 h 838200"/>
              <a:gd name="connsiteX29" fmla="*/ 2567243 w 2828745"/>
              <a:gd name="connsiteY29" fmla="*/ 635000 h 838200"/>
              <a:gd name="connsiteX30" fmla="*/ 2643443 w 2828745"/>
              <a:gd name="connsiteY30" fmla="*/ 584200 h 838200"/>
              <a:gd name="connsiteX31" fmla="*/ 2694243 w 2828745"/>
              <a:gd name="connsiteY31" fmla="*/ 558800 h 838200"/>
              <a:gd name="connsiteX32" fmla="*/ 2770443 w 2828745"/>
              <a:gd name="connsiteY32" fmla="*/ 508000 h 838200"/>
              <a:gd name="connsiteX33" fmla="*/ 2808543 w 2828745"/>
              <a:gd name="connsiteY33" fmla="*/ 279400 h 838200"/>
              <a:gd name="connsiteX34" fmla="*/ 2783143 w 2828745"/>
              <a:gd name="connsiteY34" fmla="*/ 241300 h 838200"/>
              <a:gd name="connsiteX35" fmla="*/ 2706943 w 2828745"/>
              <a:gd name="connsiteY35" fmla="*/ 190500 h 838200"/>
              <a:gd name="connsiteX36" fmla="*/ 2605343 w 2828745"/>
              <a:gd name="connsiteY36" fmla="*/ 127000 h 838200"/>
              <a:gd name="connsiteX37" fmla="*/ 2554543 w 2828745"/>
              <a:gd name="connsiteY37" fmla="*/ 101600 h 838200"/>
              <a:gd name="connsiteX38" fmla="*/ 2478343 w 2828745"/>
              <a:gd name="connsiteY38" fmla="*/ 76200 h 838200"/>
              <a:gd name="connsiteX39" fmla="*/ 2376743 w 2828745"/>
              <a:gd name="connsiteY39" fmla="*/ 38100 h 838200"/>
              <a:gd name="connsiteX40" fmla="*/ 2338643 w 2828745"/>
              <a:gd name="connsiteY40" fmla="*/ 25400 h 838200"/>
              <a:gd name="connsiteX41" fmla="*/ 2198943 w 2828745"/>
              <a:gd name="connsiteY41" fmla="*/ 12700 h 838200"/>
              <a:gd name="connsiteX42" fmla="*/ 2135443 w 2828745"/>
              <a:gd name="connsiteY42" fmla="*/ 0 h 838200"/>
              <a:gd name="connsiteX43" fmla="*/ 1906843 w 2828745"/>
              <a:gd name="connsiteY43" fmla="*/ 12700 h 838200"/>
              <a:gd name="connsiteX44" fmla="*/ 1843343 w 2828745"/>
              <a:gd name="connsiteY44" fmla="*/ 25400 h 838200"/>
              <a:gd name="connsiteX45" fmla="*/ 1716343 w 2828745"/>
              <a:gd name="connsiteY45" fmla="*/ 63500 h 838200"/>
              <a:gd name="connsiteX46" fmla="*/ 1678243 w 2828745"/>
              <a:gd name="connsiteY46" fmla="*/ 76200 h 838200"/>
              <a:gd name="connsiteX47" fmla="*/ 1589343 w 2828745"/>
              <a:gd name="connsiteY47" fmla="*/ 114300 h 838200"/>
              <a:gd name="connsiteX48" fmla="*/ 1563943 w 2828745"/>
              <a:gd name="connsiteY48" fmla="*/ 152400 h 838200"/>
              <a:gd name="connsiteX49" fmla="*/ 1309943 w 2828745"/>
              <a:gd name="connsiteY49" fmla="*/ 190500 h 838200"/>
              <a:gd name="connsiteX50" fmla="*/ 1055943 w 2828745"/>
              <a:gd name="connsiteY50" fmla="*/ 203200 h 838200"/>
              <a:gd name="connsiteX51" fmla="*/ 801943 w 2828745"/>
              <a:gd name="connsiteY51" fmla="*/ 228600 h 838200"/>
              <a:gd name="connsiteX52" fmla="*/ 78043 w 2828745"/>
              <a:gd name="connsiteY52" fmla="*/ 215900 h 83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2828745" h="838200">
                <a:moveTo>
                  <a:pt x="78043" y="215900"/>
                </a:moveTo>
                <a:lnTo>
                  <a:pt x="78043" y="215900"/>
                </a:lnTo>
                <a:cubicBezTo>
                  <a:pt x="56876" y="245533"/>
                  <a:pt x="33279" y="273573"/>
                  <a:pt x="14543" y="304800"/>
                </a:cubicBezTo>
                <a:cubicBezTo>
                  <a:pt x="-11006" y="347381"/>
                  <a:pt x="2444" y="420903"/>
                  <a:pt x="14543" y="457200"/>
                </a:cubicBezTo>
                <a:cubicBezTo>
                  <a:pt x="20223" y="474239"/>
                  <a:pt x="39943" y="482600"/>
                  <a:pt x="52643" y="495300"/>
                </a:cubicBezTo>
                <a:cubicBezTo>
                  <a:pt x="61110" y="520700"/>
                  <a:pt x="72792" y="545246"/>
                  <a:pt x="78043" y="571500"/>
                </a:cubicBezTo>
                <a:cubicBezTo>
                  <a:pt x="82276" y="592667"/>
                  <a:pt x="81090" y="615693"/>
                  <a:pt x="90743" y="635000"/>
                </a:cubicBezTo>
                <a:cubicBezTo>
                  <a:pt x="106930" y="667373"/>
                  <a:pt x="135193" y="678744"/>
                  <a:pt x="166943" y="685800"/>
                </a:cubicBezTo>
                <a:cubicBezTo>
                  <a:pt x="192080" y="691386"/>
                  <a:pt x="217692" y="694584"/>
                  <a:pt x="243143" y="698500"/>
                </a:cubicBezTo>
                <a:cubicBezTo>
                  <a:pt x="272729" y="703052"/>
                  <a:pt x="302410" y="706967"/>
                  <a:pt x="332043" y="711200"/>
                </a:cubicBezTo>
                <a:lnTo>
                  <a:pt x="814643" y="698500"/>
                </a:lnTo>
                <a:cubicBezTo>
                  <a:pt x="840367" y="697331"/>
                  <a:pt x="866414" y="693943"/>
                  <a:pt x="890843" y="685800"/>
                </a:cubicBezTo>
                <a:cubicBezTo>
                  <a:pt x="905323" y="680973"/>
                  <a:pt x="915291" y="667226"/>
                  <a:pt x="928943" y="660400"/>
                </a:cubicBezTo>
                <a:cubicBezTo>
                  <a:pt x="940917" y="654413"/>
                  <a:pt x="954343" y="651933"/>
                  <a:pt x="967043" y="647700"/>
                </a:cubicBezTo>
                <a:cubicBezTo>
                  <a:pt x="1013610" y="651933"/>
                  <a:pt x="1061884" y="647206"/>
                  <a:pt x="1106743" y="660400"/>
                </a:cubicBezTo>
                <a:cubicBezTo>
                  <a:pt x="1136030" y="669014"/>
                  <a:pt x="1157543" y="694267"/>
                  <a:pt x="1182943" y="711200"/>
                </a:cubicBezTo>
                <a:cubicBezTo>
                  <a:pt x="1195643" y="719667"/>
                  <a:pt x="1206563" y="731773"/>
                  <a:pt x="1221043" y="736600"/>
                </a:cubicBezTo>
                <a:cubicBezTo>
                  <a:pt x="1295192" y="761316"/>
                  <a:pt x="1223587" y="739649"/>
                  <a:pt x="1335343" y="762000"/>
                </a:cubicBezTo>
                <a:cubicBezTo>
                  <a:pt x="1352459" y="765423"/>
                  <a:pt x="1369076" y="771043"/>
                  <a:pt x="1386143" y="774700"/>
                </a:cubicBezTo>
                <a:lnTo>
                  <a:pt x="1576643" y="812800"/>
                </a:lnTo>
                <a:lnTo>
                  <a:pt x="1640143" y="825500"/>
                </a:lnTo>
                <a:lnTo>
                  <a:pt x="1703643" y="838200"/>
                </a:lnTo>
                <a:lnTo>
                  <a:pt x="2097343" y="825500"/>
                </a:lnTo>
                <a:cubicBezTo>
                  <a:pt x="2131428" y="823752"/>
                  <a:pt x="2165570" y="819951"/>
                  <a:pt x="2198943" y="812800"/>
                </a:cubicBezTo>
                <a:cubicBezTo>
                  <a:pt x="2225123" y="807190"/>
                  <a:pt x="2249743" y="795867"/>
                  <a:pt x="2275143" y="787400"/>
                </a:cubicBezTo>
                <a:lnTo>
                  <a:pt x="2351343" y="762000"/>
                </a:lnTo>
                <a:cubicBezTo>
                  <a:pt x="2364043" y="757767"/>
                  <a:pt x="2378304" y="756726"/>
                  <a:pt x="2389443" y="749300"/>
                </a:cubicBezTo>
                <a:cubicBezTo>
                  <a:pt x="2402143" y="740833"/>
                  <a:pt x="2415817" y="733671"/>
                  <a:pt x="2427543" y="723900"/>
                </a:cubicBezTo>
                <a:cubicBezTo>
                  <a:pt x="2441341" y="712402"/>
                  <a:pt x="2450490" y="695443"/>
                  <a:pt x="2465643" y="685800"/>
                </a:cubicBezTo>
                <a:cubicBezTo>
                  <a:pt x="2497587" y="665472"/>
                  <a:pt x="2535738" y="656003"/>
                  <a:pt x="2567243" y="635000"/>
                </a:cubicBezTo>
                <a:cubicBezTo>
                  <a:pt x="2592643" y="618067"/>
                  <a:pt x="2616139" y="597852"/>
                  <a:pt x="2643443" y="584200"/>
                </a:cubicBezTo>
                <a:cubicBezTo>
                  <a:pt x="2660376" y="575733"/>
                  <a:pt x="2678009" y="568540"/>
                  <a:pt x="2694243" y="558800"/>
                </a:cubicBezTo>
                <a:cubicBezTo>
                  <a:pt x="2720420" y="543094"/>
                  <a:pt x="2770443" y="508000"/>
                  <a:pt x="2770443" y="508000"/>
                </a:cubicBezTo>
                <a:cubicBezTo>
                  <a:pt x="2839694" y="404123"/>
                  <a:pt x="2840185" y="437611"/>
                  <a:pt x="2808543" y="279400"/>
                </a:cubicBezTo>
                <a:cubicBezTo>
                  <a:pt x="2805550" y="264433"/>
                  <a:pt x="2794630" y="251351"/>
                  <a:pt x="2783143" y="241300"/>
                </a:cubicBezTo>
                <a:cubicBezTo>
                  <a:pt x="2760169" y="221198"/>
                  <a:pt x="2706943" y="190500"/>
                  <a:pt x="2706943" y="190500"/>
                </a:cubicBezTo>
                <a:cubicBezTo>
                  <a:pt x="2658076" y="117199"/>
                  <a:pt x="2711137" y="179897"/>
                  <a:pt x="2605343" y="127000"/>
                </a:cubicBezTo>
                <a:cubicBezTo>
                  <a:pt x="2588410" y="118533"/>
                  <a:pt x="2572121" y="108631"/>
                  <a:pt x="2554543" y="101600"/>
                </a:cubicBezTo>
                <a:cubicBezTo>
                  <a:pt x="2529684" y="91656"/>
                  <a:pt x="2502290" y="88174"/>
                  <a:pt x="2478343" y="76200"/>
                </a:cubicBezTo>
                <a:cubicBezTo>
                  <a:pt x="2399428" y="36742"/>
                  <a:pt x="2457438" y="61156"/>
                  <a:pt x="2376743" y="38100"/>
                </a:cubicBezTo>
                <a:cubicBezTo>
                  <a:pt x="2363871" y="34422"/>
                  <a:pt x="2351895" y="27293"/>
                  <a:pt x="2338643" y="25400"/>
                </a:cubicBezTo>
                <a:cubicBezTo>
                  <a:pt x="2292354" y="18787"/>
                  <a:pt x="2245510" y="16933"/>
                  <a:pt x="2198943" y="12700"/>
                </a:cubicBezTo>
                <a:cubicBezTo>
                  <a:pt x="2177776" y="8467"/>
                  <a:pt x="2157029" y="0"/>
                  <a:pt x="2135443" y="0"/>
                </a:cubicBezTo>
                <a:cubicBezTo>
                  <a:pt x="2059125" y="0"/>
                  <a:pt x="1982874" y="6089"/>
                  <a:pt x="1906843" y="12700"/>
                </a:cubicBezTo>
                <a:cubicBezTo>
                  <a:pt x="1885338" y="14570"/>
                  <a:pt x="1864415" y="20717"/>
                  <a:pt x="1843343" y="25400"/>
                </a:cubicBezTo>
                <a:cubicBezTo>
                  <a:pt x="1785762" y="38196"/>
                  <a:pt x="1779660" y="42394"/>
                  <a:pt x="1716343" y="63500"/>
                </a:cubicBezTo>
                <a:cubicBezTo>
                  <a:pt x="1703643" y="67733"/>
                  <a:pt x="1690217" y="70213"/>
                  <a:pt x="1678243" y="76200"/>
                </a:cubicBezTo>
                <a:cubicBezTo>
                  <a:pt x="1615469" y="107587"/>
                  <a:pt x="1645404" y="95613"/>
                  <a:pt x="1589343" y="114300"/>
                </a:cubicBezTo>
                <a:cubicBezTo>
                  <a:pt x="1580876" y="127000"/>
                  <a:pt x="1576886" y="144310"/>
                  <a:pt x="1563943" y="152400"/>
                </a:cubicBezTo>
                <a:cubicBezTo>
                  <a:pt x="1501719" y="191290"/>
                  <a:pt x="1358338" y="187653"/>
                  <a:pt x="1309943" y="190500"/>
                </a:cubicBezTo>
                <a:lnTo>
                  <a:pt x="1055943" y="203200"/>
                </a:lnTo>
                <a:cubicBezTo>
                  <a:pt x="946541" y="230550"/>
                  <a:pt x="994423" y="221846"/>
                  <a:pt x="801943" y="228600"/>
                </a:cubicBezTo>
                <a:cubicBezTo>
                  <a:pt x="392924" y="242952"/>
                  <a:pt x="198693" y="218017"/>
                  <a:pt x="78043" y="21590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Forma livre 18"/>
          <p:cNvSpPr/>
          <p:nvPr/>
        </p:nvSpPr>
        <p:spPr>
          <a:xfrm>
            <a:off x="2159000" y="2311400"/>
            <a:ext cx="3150231" cy="2108200"/>
          </a:xfrm>
          <a:custGeom>
            <a:avLst/>
            <a:gdLst>
              <a:gd name="connsiteX0" fmla="*/ 254000 w 3150231"/>
              <a:gd name="connsiteY0" fmla="*/ 1346200 h 2108200"/>
              <a:gd name="connsiteX1" fmla="*/ 254000 w 3150231"/>
              <a:gd name="connsiteY1" fmla="*/ 1346200 h 2108200"/>
              <a:gd name="connsiteX2" fmla="*/ 114300 w 3150231"/>
              <a:gd name="connsiteY2" fmla="*/ 1435100 h 2108200"/>
              <a:gd name="connsiteX3" fmla="*/ 76200 w 3150231"/>
              <a:gd name="connsiteY3" fmla="*/ 1473200 h 2108200"/>
              <a:gd name="connsiteX4" fmla="*/ 0 w 3150231"/>
              <a:gd name="connsiteY4" fmla="*/ 1536700 h 2108200"/>
              <a:gd name="connsiteX5" fmla="*/ 12700 w 3150231"/>
              <a:gd name="connsiteY5" fmla="*/ 1790700 h 2108200"/>
              <a:gd name="connsiteX6" fmla="*/ 25400 w 3150231"/>
              <a:gd name="connsiteY6" fmla="*/ 1828800 h 2108200"/>
              <a:gd name="connsiteX7" fmla="*/ 63500 w 3150231"/>
              <a:gd name="connsiteY7" fmla="*/ 1841500 h 2108200"/>
              <a:gd name="connsiteX8" fmla="*/ 152400 w 3150231"/>
              <a:gd name="connsiteY8" fmla="*/ 1905000 h 2108200"/>
              <a:gd name="connsiteX9" fmla="*/ 203200 w 3150231"/>
              <a:gd name="connsiteY9" fmla="*/ 1917700 h 2108200"/>
              <a:gd name="connsiteX10" fmla="*/ 317500 w 3150231"/>
              <a:gd name="connsiteY10" fmla="*/ 1993900 h 2108200"/>
              <a:gd name="connsiteX11" fmla="*/ 355600 w 3150231"/>
              <a:gd name="connsiteY11" fmla="*/ 2019300 h 2108200"/>
              <a:gd name="connsiteX12" fmla="*/ 431800 w 3150231"/>
              <a:gd name="connsiteY12" fmla="*/ 2044700 h 2108200"/>
              <a:gd name="connsiteX13" fmla="*/ 469900 w 3150231"/>
              <a:gd name="connsiteY13" fmla="*/ 2057400 h 2108200"/>
              <a:gd name="connsiteX14" fmla="*/ 609600 w 3150231"/>
              <a:gd name="connsiteY14" fmla="*/ 2082800 h 2108200"/>
              <a:gd name="connsiteX15" fmla="*/ 647700 w 3150231"/>
              <a:gd name="connsiteY15" fmla="*/ 2095500 h 2108200"/>
              <a:gd name="connsiteX16" fmla="*/ 850900 w 3150231"/>
              <a:gd name="connsiteY16" fmla="*/ 2108200 h 2108200"/>
              <a:gd name="connsiteX17" fmla="*/ 1016000 w 3150231"/>
              <a:gd name="connsiteY17" fmla="*/ 2095500 h 2108200"/>
              <a:gd name="connsiteX18" fmla="*/ 1117600 w 3150231"/>
              <a:gd name="connsiteY18" fmla="*/ 2070100 h 2108200"/>
              <a:gd name="connsiteX19" fmla="*/ 1193800 w 3150231"/>
              <a:gd name="connsiteY19" fmla="*/ 2057400 h 2108200"/>
              <a:gd name="connsiteX20" fmla="*/ 1231900 w 3150231"/>
              <a:gd name="connsiteY20" fmla="*/ 2032000 h 2108200"/>
              <a:gd name="connsiteX21" fmla="*/ 1270000 w 3150231"/>
              <a:gd name="connsiteY21" fmla="*/ 1993900 h 2108200"/>
              <a:gd name="connsiteX22" fmla="*/ 1384300 w 3150231"/>
              <a:gd name="connsiteY22" fmla="*/ 1955800 h 2108200"/>
              <a:gd name="connsiteX23" fmla="*/ 1422400 w 3150231"/>
              <a:gd name="connsiteY23" fmla="*/ 1943100 h 2108200"/>
              <a:gd name="connsiteX24" fmla="*/ 1511300 w 3150231"/>
              <a:gd name="connsiteY24" fmla="*/ 1905000 h 2108200"/>
              <a:gd name="connsiteX25" fmla="*/ 1562100 w 3150231"/>
              <a:gd name="connsiteY25" fmla="*/ 1879600 h 2108200"/>
              <a:gd name="connsiteX26" fmla="*/ 1651000 w 3150231"/>
              <a:gd name="connsiteY26" fmla="*/ 1854200 h 2108200"/>
              <a:gd name="connsiteX27" fmla="*/ 1689100 w 3150231"/>
              <a:gd name="connsiteY27" fmla="*/ 1841500 h 2108200"/>
              <a:gd name="connsiteX28" fmla="*/ 1739900 w 3150231"/>
              <a:gd name="connsiteY28" fmla="*/ 1828800 h 2108200"/>
              <a:gd name="connsiteX29" fmla="*/ 1778000 w 3150231"/>
              <a:gd name="connsiteY29" fmla="*/ 1816100 h 2108200"/>
              <a:gd name="connsiteX30" fmla="*/ 1828800 w 3150231"/>
              <a:gd name="connsiteY30" fmla="*/ 1803400 h 2108200"/>
              <a:gd name="connsiteX31" fmla="*/ 1905000 w 3150231"/>
              <a:gd name="connsiteY31" fmla="*/ 1778000 h 2108200"/>
              <a:gd name="connsiteX32" fmla="*/ 2006600 w 3150231"/>
              <a:gd name="connsiteY32" fmla="*/ 1752600 h 2108200"/>
              <a:gd name="connsiteX33" fmla="*/ 2057400 w 3150231"/>
              <a:gd name="connsiteY33" fmla="*/ 1727200 h 2108200"/>
              <a:gd name="connsiteX34" fmla="*/ 2108200 w 3150231"/>
              <a:gd name="connsiteY34" fmla="*/ 1714500 h 2108200"/>
              <a:gd name="connsiteX35" fmla="*/ 2146300 w 3150231"/>
              <a:gd name="connsiteY35" fmla="*/ 1701800 h 2108200"/>
              <a:gd name="connsiteX36" fmla="*/ 2197100 w 3150231"/>
              <a:gd name="connsiteY36" fmla="*/ 1689100 h 2108200"/>
              <a:gd name="connsiteX37" fmla="*/ 2273300 w 3150231"/>
              <a:gd name="connsiteY37" fmla="*/ 1663700 h 2108200"/>
              <a:gd name="connsiteX38" fmla="*/ 2324100 w 3150231"/>
              <a:gd name="connsiteY38" fmla="*/ 1651000 h 2108200"/>
              <a:gd name="connsiteX39" fmla="*/ 2387600 w 3150231"/>
              <a:gd name="connsiteY39" fmla="*/ 1638300 h 2108200"/>
              <a:gd name="connsiteX40" fmla="*/ 2463800 w 3150231"/>
              <a:gd name="connsiteY40" fmla="*/ 1612900 h 2108200"/>
              <a:gd name="connsiteX41" fmla="*/ 2514600 w 3150231"/>
              <a:gd name="connsiteY41" fmla="*/ 1600200 h 2108200"/>
              <a:gd name="connsiteX42" fmla="*/ 2590800 w 3150231"/>
              <a:gd name="connsiteY42" fmla="*/ 1587500 h 2108200"/>
              <a:gd name="connsiteX43" fmla="*/ 2628900 w 3150231"/>
              <a:gd name="connsiteY43" fmla="*/ 1574800 h 2108200"/>
              <a:gd name="connsiteX44" fmla="*/ 2679700 w 3150231"/>
              <a:gd name="connsiteY44" fmla="*/ 1562100 h 2108200"/>
              <a:gd name="connsiteX45" fmla="*/ 2743200 w 3150231"/>
              <a:gd name="connsiteY45" fmla="*/ 1549400 h 2108200"/>
              <a:gd name="connsiteX46" fmla="*/ 2781300 w 3150231"/>
              <a:gd name="connsiteY46" fmla="*/ 1536700 h 2108200"/>
              <a:gd name="connsiteX47" fmla="*/ 2844800 w 3150231"/>
              <a:gd name="connsiteY47" fmla="*/ 1524000 h 2108200"/>
              <a:gd name="connsiteX48" fmla="*/ 2895600 w 3150231"/>
              <a:gd name="connsiteY48" fmla="*/ 1511300 h 2108200"/>
              <a:gd name="connsiteX49" fmla="*/ 3035300 w 3150231"/>
              <a:gd name="connsiteY49" fmla="*/ 1473200 h 2108200"/>
              <a:gd name="connsiteX50" fmla="*/ 3073400 w 3150231"/>
              <a:gd name="connsiteY50" fmla="*/ 1460500 h 2108200"/>
              <a:gd name="connsiteX51" fmla="*/ 3111500 w 3150231"/>
              <a:gd name="connsiteY51" fmla="*/ 1447800 h 2108200"/>
              <a:gd name="connsiteX52" fmla="*/ 3124200 w 3150231"/>
              <a:gd name="connsiteY52" fmla="*/ 1409700 h 2108200"/>
              <a:gd name="connsiteX53" fmla="*/ 3149600 w 3150231"/>
              <a:gd name="connsiteY53" fmla="*/ 1371600 h 2108200"/>
              <a:gd name="connsiteX54" fmla="*/ 3136900 w 3150231"/>
              <a:gd name="connsiteY54" fmla="*/ 1257300 h 2108200"/>
              <a:gd name="connsiteX55" fmla="*/ 3124200 w 3150231"/>
              <a:gd name="connsiteY55" fmla="*/ 1219200 h 2108200"/>
              <a:gd name="connsiteX56" fmla="*/ 3048000 w 3150231"/>
              <a:gd name="connsiteY56" fmla="*/ 1155700 h 2108200"/>
              <a:gd name="connsiteX57" fmla="*/ 3009900 w 3150231"/>
              <a:gd name="connsiteY57" fmla="*/ 1143000 h 2108200"/>
              <a:gd name="connsiteX58" fmla="*/ 2933700 w 3150231"/>
              <a:gd name="connsiteY58" fmla="*/ 1092200 h 2108200"/>
              <a:gd name="connsiteX59" fmla="*/ 2857500 w 3150231"/>
              <a:gd name="connsiteY59" fmla="*/ 1066800 h 2108200"/>
              <a:gd name="connsiteX60" fmla="*/ 2806700 w 3150231"/>
              <a:gd name="connsiteY60" fmla="*/ 1041400 h 2108200"/>
              <a:gd name="connsiteX61" fmla="*/ 2768600 w 3150231"/>
              <a:gd name="connsiteY61" fmla="*/ 1016000 h 2108200"/>
              <a:gd name="connsiteX62" fmla="*/ 2705100 w 3150231"/>
              <a:gd name="connsiteY62" fmla="*/ 1003300 h 2108200"/>
              <a:gd name="connsiteX63" fmla="*/ 2654300 w 3150231"/>
              <a:gd name="connsiteY63" fmla="*/ 990600 h 2108200"/>
              <a:gd name="connsiteX64" fmla="*/ 2527300 w 3150231"/>
              <a:gd name="connsiteY64" fmla="*/ 977900 h 2108200"/>
              <a:gd name="connsiteX65" fmla="*/ 2413000 w 3150231"/>
              <a:gd name="connsiteY65" fmla="*/ 965200 h 2108200"/>
              <a:gd name="connsiteX66" fmla="*/ 2247900 w 3150231"/>
              <a:gd name="connsiteY66" fmla="*/ 939800 h 2108200"/>
              <a:gd name="connsiteX67" fmla="*/ 1981200 w 3150231"/>
              <a:gd name="connsiteY67" fmla="*/ 927100 h 2108200"/>
              <a:gd name="connsiteX68" fmla="*/ 1905000 w 3150231"/>
              <a:gd name="connsiteY68" fmla="*/ 901700 h 2108200"/>
              <a:gd name="connsiteX69" fmla="*/ 1866900 w 3150231"/>
              <a:gd name="connsiteY69" fmla="*/ 889000 h 2108200"/>
              <a:gd name="connsiteX70" fmla="*/ 1803400 w 3150231"/>
              <a:gd name="connsiteY70" fmla="*/ 850900 h 2108200"/>
              <a:gd name="connsiteX71" fmla="*/ 1739900 w 3150231"/>
              <a:gd name="connsiteY71" fmla="*/ 825500 h 2108200"/>
              <a:gd name="connsiteX72" fmla="*/ 1689100 w 3150231"/>
              <a:gd name="connsiteY72" fmla="*/ 800100 h 2108200"/>
              <a:gd name="connsiteX73" fmla="*/ 1651000 w 3150231"/>
              <a:gd name="connsiteY73" fmla="*/ 787400 h 2108200"/>
              <a:gd name="connsiteX74" fmla="*/ 1574800 w 3150231"/>
              <a:gd name="connsiteY74" fmla="*/ 736600 h 2108200"/>
              <a:gd name="connsiteX75" fmla="*/ 1485900 w 3150231"/>
              <a:gd name="connsiteY75" fmla="*/ 673100 h 2108200"/>
              <a:gd name="connsiteX76" fmla="*/ 1447800 w 3150231"/>
              <a:gd name="connsiteY76" fmla="*/ 635000 h 2108200"/>
              <a:gd name="connsiteX77" fmla="*/ 1371600 w 3150231"/>
              <a:gd name="connsiteY77" fmla="*/ 584200 h 2108200"/>
              <a:gd name="connsiteX78" fmla="*/ 1333500 w 3150231"/>
              <a:gd name="connsiteY78" fmla="*/ 558800 h 2108200"/>
              <a:gd name="connsiteX79" fmla="*/ 1282700 w 3150231"/>
              <a:gd name="connsiteY79" fmla="*/ 533400 h 2108200"/>
              <a:gd name="connsiteX80" fmla="*/ 1231900 w 3150231"/>
              <a:gd name="connsiteY80" fmla="*/ 520700 h 2108200"/>
              <a:gd name="connsiteX81" fmla="*/ 1193800 w 3150231"/>
              <a:gd name="connsiteY81" fmla="*/ 508000 h 2108200"/>
              <a:gd name="connsiteX82" fmla="*/ 1130300 w 3150231"/>
              <a:gd name="connsiteY82" fmla="*/ 431800 h 2108200"/>
              <a:gd name="connsiteX83" fmla="*/ 1054100 w 3150231"/>
              <a:gd name="connsiteY83" fmla="*/ 368300 h 2108200"/>
              <a:gd name="connsiteX84" fmla="*/ 1003300 w 3150231"/>
              <a:gd name="connsiteY84" fmla="*/ 292100 h 2108200"/>
              <a:gd name="connsiteX85" fmla="*/ 990600 w 3150231"/>
              <a:gd name="connsiteY85" fmla="*/ 254000 h 2108200"/>
              <a:gd name="connsiteX86" fmla="*/ 965200 w 3150231"/>
              <a:gd name="connsiteY86" fmla="*/ 215900 h 2108200"/>
              <a:gd name="connsiteX87" fmla="*/ 914400 w 3150231"/>
              <a:gd name="connsiteY87" fmla="*/ 101600 h 2108200"/>
              <a:gd name="connsiteX88" fmla="*/ 800100 w 3150231"/>
              <a:gd name="connsiteY88" fmla="*/ 38100 h 2108200"/>
              <a:gd name="connsiteX89" fmla="*/ 736600 w 3150231"/>
              <a:gd name="connsiteY89" fmla="*/ 25400 h 2108200"/>
              <a:gd name="connsiteX90" fmla="*/ 698500 w 3150231"/>
              <a:gd name="connsiteY90" fmla="*/ 12700 h 2108200"/>
              <a:gd name="connsiteX91" fmla="*/ 609600 w 3150231"/>
              <a:gd name="connsiteY91" fmla="*/ 0 h 2108200"/>
              <a:gd name="connsiteX92" fmla="*/ 558800 w 3150231"/>
              <a:gd name="connsiteY92" fmla="*/ 12700 h 2108200"/>
              <a:gd name="connsiteX93" fmla="*/ 482600 w 3150231"/>
              <a:gd name="connsiteY93" fmla="*/ 63500 h 2108200"/>
              <a:gd name="connsiteX94" fmla="*/ 482600 w 3150231"/>
              <a:gd name="connsiteY94" fmla="*/ 292100 h 2108200"/>
              <a:gd name="connsiteX95" fmla="*/ 495300 w 3150231"/>
              <a:gd name="connsiteY95" fmla="*/ 355600 h 2108200"/>
              <a:gd name="connsiteX96" fmla="*/ 533400 w 3150231"/>
              <a:gd name="connsiteY96" fmla="*/ 558800 h 2108200"/>
              <a:gd name="connsiteX97" fmla="*/ 546100 w 3150231"/>
              <a:gd name="connsiteY97" fmla="*/ 596900 h 2108200"/>
              <a:gd name="connsiteX98" fmla="*/ 533400 w 3150231"/>
              <a:gd name="connsiteY98" fmla="*/ 889000 h 2108200"/>
              <a:gd name="connsiteX99" fmla="*/ 520700 w 3150231"/>
              <a:gd name="connsiteY99" fmla="*/ 927100 h 2108200"/>
              <a:gd name="connsiteX100" fmla="*/ 508000 w 3150231"/>
              <a:gd name="connsiteY100" fmla="*/ 1028700 h 2108200"/>
              <a:gd name="connsiteX101" fmla="*/ 444500 w 3150231"/>
              <a:gd name="connsiteY101" fmla="*/ 1143000 h 2108200"/>
              <a:gd name="connsiteX102" fmla="*/ 406400 w 3150231"/>
              <a:gd name="connsiteY102" fmla="*/ 1219200 h 2108200"/>
              <a:gd name="connsiteX103" fmla="*/ 330200 w 3150231"/>
              <a:gd name="connsiteY103" fmla="*/ 1270000 h 2108200"/>
              <a:gd name="connsiteX104" fmla="*/ 254000 w 3150231"/>
              <a:gd name="connsiteY104" fmla="*/ 1333500 h 2108200"/>
              <a:gd name="connsiteX105" fmla="*/ 254000 w 3150231"/>
              <a:gd name="connsiteY105" fmla="*/ 1346200 h 210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</a:cxnLst>
            <a:rect l="l" t="t" r="r" b="b"/>
            <a:pathLst>
              <a:path w="3150231" h="2108200">
                <a:moveTo>
                  <a:pt x="254000" y="1346200"/>
                </a:moveTo>
                <a:lnTo>
                  <a:pt x="254000" y="1346200"/>
                </a:lnTo>
                <a:cubicBezTo>
                  <a:pt x="207433" y="1375833"/>
                  <a:pt x="153329" y="1396071"/>
                  <a:pt x="114300" y="1435100"/>
                </a:cubicBezTo>
                <a:cubicBezTo>
                  <a:pt x="101600" y="1447800"/>
                  <a:pt x="89998" y="1461702"/>
                  <a:pt x="76200" y="1473200"/>
                </a:cubicBezTo>
                <a:cubicBezTo>
                  <a:pt x="-29888" y="1561607"/>
                  <a:pt x="111310" y="1425390"/>
                  <a:pt x="0" y="1536700"/>
                </a:cubicBezTo>
                <a:cubicBezTo>
                  <a:pt x="4233" y="1621367"/>
                  <a:pt x="5356" y="1706246"/>
                  <a:pt x="12700" y="1790700"/>
                </a:cubicBezTo>
                <a:cubicBezTo>
                  <a:pt x="13860" y="1804037"/>
                  <a:pt x="15934" y="1819334"/>
                  <a:pt x="25400" y="1828800"/>
                </a:cubicBezTo>
                <a:cubicBezTo>
                  <a:pt x="34866" y="1838266"/>
                  <a:pt x="50800" y="1837267"/>
                  <a:pt x="63500" y="1841500"/>
                </a:cubicBezTo>
                <a:cubicBezTo>
                  <a:pt x="69282" y="1845837"/>
                  <a:pt x="137956" y="1898810"/>
                  <a:pt x="152400" y="1905000"/>
                </a:cubicBezTo>
                <a:cubicBezTo>
                  <a:pt x="168443" y="1911876"/>
                  <a:pt x="186267" y="1913467"/>
                  <a:pt x="203200" y="1917700"/>
                </a:cubicBezTo>
                <a:lnTo>
                  <a:pt x="317500" y="1993900"/>
                </a:lnTo>
                <a:cubicBezTo>
                  <a:pt x="330200" y="2002367"/>
                  <a:pt x="341120" y="2014473"/>
                  <a:pt x="355600" y="2019300"/>
                </a:cubicBezTo>
                <a:lnTo>
                  <a:pt x="431800" y="2044700"/>
                </a:lnTo>
                <a:cubicBezTo>
                  <a:pt x="444500" y="2048933"/>
                  <a:pt x="456695" y="2055199"/>
                  <a:pt x="469900" y="2057400"/>
                </a:cubicBezTo>
                <a:cubicBezTo>
                  <a:pt x="503869" y="2063061"/>
                  <a:pt x="574100" y="2073925"/>
                  <a:pt x="609600" y="2082800"/>
                </a:cubicBezTo>
                <a:cubicBezTo>
                  <a:pt x="622587" y="2086047"/>
                  <a:pt x="634387" y="2094099"/>
                  <a:pt x="647700" y="2095500"/>
                </a:cubicBezTo>
                <a:cubicBezTo>
                  <a:pt x="715193" y="2102604"/>
                  <a:pt x="783167" y="2103967"/>
                  <a:pt x="850900" y="2108200"/>
                </a:cubicBezTo>
                <a:cubicBezTo>
                  <a:pt x="905933" y="2103967"/>
                  <a:pt x="961359" y="2103306"/>
                  <a:pt x="1016000" y="2095500"/>
                </a:cubicBezTo>
                <a:cubicBezTo>
                  <a:pt x="1050558" y="2090563"/>
                  <a:pt x="1083166" y="2075839"/>
                  <a:pt x="1117600" y="2070100"/>
                </a:cubicBezTo>
                <a:lnTo>
                  <a:pt x="1193800" y="2057400"/>
                </a:lnTo>
                <a:cubicBezTo>
                  <a:pt x="1206500" y="2048933"/>
                  <a:pt x="1220174" y="2041771"/>
                  <a:pt x="1231900" y="2032000"/>
                </a:cubicBezTo>
                <a:cubicBezTo>
                  <a:pt x="1245698" y="2020502"/>
                  <a:pt x="1254300" y="2002622"/>
                  <a:pt x="1270000" y="1993900"/>
                </a:cubicBezTo>
                <a:lnTo>
                  <a:pt x="1384300" y="1955800"/>
                </a:lnTo>
                <a:cubicBezTo>
                  <a:pt x="1397000" y="1951567"/>
                  <a:pt x="1410426" y="1949087"/>
                  <a:pt x="1422400" y="1943100"/>
                </a:cubicBezTo>
                <a:cubicBezTo>
                  <a:pt x="1590882" y="1858859"/>
                  <a:pt x="1380492" y="1961061"/>
                  <a:pt x="1511300" y="1905000"/>
                </a:cubicBezTo>
                <a:cubicBezTo>
                  <a:pt x="1528701" y="1897542"/>
                  <a:pt x="1544699" y="1887058"/>
                  <a:pt x="1562100" y="1879600"/>
                </a:cubicBezTo>
                <a:cubicBezTo>
                  <a:pt x="1592550" y="1866550"/>
                  <a:pt x="1618777" y="1863407"/>
                  <a:pt x="1651000" y="1854200"/>
                </a:cubicBezTo>
                <a:cubicBezTo>
                  <a:pt x="1663872" y="1850522"/>
                  <a:pt x="1676228" y="1845178"/>
                  <a:pt x="1689100" y="1841500"/>
                </a:cubicBezTo>
                <a:cubicBezTo>
                  <a:pt x="1705883" y="1836705"/>
                  <a:pt x="1723117" y="1833595"/>
                  <a:pt x="1739900" y="1828800"/>
                </a:cubicBezTo>
                <a:cubicBezTo>
                  <a:pt x="1752772" y="1825122"/>
                  <a:pt x="1765128" y="1819778"/>
                  <a:pt x="1778000" y="1816100"/>
                </a:cubicBezTo>
                <a:cubicBezTo>
                  <a:pt x="1794783" y="1811305"/>
                  <a:pt x="1812082" y="1808416"/>
                  <a:pt x="1828800" y="1803400"/>
                </a:cubicBezTo>
                <a:cubicBezTo>
                  <a:pt x="1854445" y="1795707"/>
                  <a:pt x="1879025" y="1784494"/>
                  <a:pt x="1905000" y="1778000"/>
                </a:cubicBezTo>
                <a:cubicBezTo>
                  <a:pt x="1938867" y="1769533"/>
                  <a:pt x="1975376" y="1768212"/>
                  <a:pt x="2006600" y="1752600"/>
                </a:cubicBezTo>
                <a:cubicBezTo>
                  <a:pt x="2023533" y="1744133"/>
                  <a:pt x="2039673" y="1733847"/>
                  <a:pt x="2057400" y="1727200"/>
                </a:cubicBezTo>
                <a:cubicBezTo>
                  <a:pt x="2073743" y="1721071"/>
                  <a:pt x="2091417" y="1719295"/>
                  <a:pt x="2108200" y="1714500"/>
                </a:cubicBezTo>
                <a:cubicBezTo>
                  <a:pt x="2121072" y="1710822"/>
                  <a:pt x="2133428" y="1705478"/>
                  <a:pt x="2146300" y="1701800"/>
                </a:cubicBezTo>
                <a:cubicBezTo>
                  <a:pt x="2163083" y="1697005"/>
                  <a:pt x="2180382" y="1694116"/>
                  <a:pt x="2197100" y="1689100"/>
                </a:cubicBezTo>
                <a:cubicBezTo>
                  <a:pt x="2222745" y="1681407"/>
                  <a:pt x="2247325" y="1670194"/>
                  <a:pt x="2273300" y="1663700"/>
                </a:cubicBezTo>
                <a:cubicBezTo>
                  <a:pt x="2290233" y="1659467"/>
                  <a:pt x="2307061" y="1654786"/>
                  <a:pt x="2324100" y="1651000"/>
                </a:cubicBezTo>
                <a:cubicBezTo>
                  <a:pt x="2345172" y="1646317"/>
                  <a:pt x="2366775" y="1643980"/>
                  <a:pt x="2387600" y="1638300"/>
                </a:cubicBezTo>
                <a:cubicBezTo>
                  <a:pt x="2413431" y="1631255"/>
                  <a:pt x="2437825" y="1619394"/>
                  <a:pt x="2463800" y="1612900"/>
                </a:cubicBezTo>
                <a:cubicBezTo>
                  <a:pt x="2480733" y="1608667"/>
                  <a:pt x="2497484" y="1603623"/>
                  <a:pt x="2514600" y="1600200"/>
                </a:cubicBezTo>
                <a:cubicBezTo>
                  <a:pt x="2539850" y="1595150"/>
                  <a:pt x="2565663" y="1593086"/>
                  <a:pt x="2590800" y="1587500"/>
                </a:cubicBezTo>
                <a:cubicBezTo>
                  <a:pt x="2603868" y="1584596"/>
                  <a:pt x="2616028" y="1578478"/>
                  <a:pt x="2628900" y="1574800"/>
                </a:cubicBezTo>
                <a:cubicBezTo>
                  <a:pt x="2645683" y="1570005"/>
                  <a:pt x="2662661" y="1565886"/>
                  <a:pt x="2679700" y="1562100"/>
                </a:cubicBezTo>
                <a:cubicBezTo>
                  <a:pt x="2700772" y="1557417"/>
                  <a:pt x="2722259" y="1554635"/>
                  <a:pt x="2743200" y="1549400"/>
                </a:cubicBezTo>
                <a:cubicBezTo>
                  <a:pt x="2756187" y="1546153"/>
                  <a:pt x="2768313" y="1539947"/>
                  <a:pt x="2781300" y="1536700"/>
                </a:cubicBezTo>
                <a:cubicBezTo>
                  <a:pt x="2802241" y="1531465"/>
                  <a:pt x="2823728" y="1528683"/>
                  <a:pt x="2844800" y="1524000"/>
                </a:cubicBezTo>
                <a:cubicBezTo>
                  <a:pt x="2861839" y="1520214"/>
                  <a:pt x="2878561" y="1515086"/>
                  <a:pt x="2895600" y="1511300"/>
                </a:cubicBezTo>
                <a:cubicBezTo>
                  <a:pt x="3003305" y="1487366"/>
                  <a:pt x="2916357" y="1512848"/>
                  <a:pt x="3035300" y="1473200"/>
                </a:cubicBezTo>
                <a:lnTo>
                  <a:pt x="3073400" y="1460500"/>
                </a:lnTo>
                <a:lnTo>
                  <a:pt x="3111500" y="1447800"/>
                </a:lnTo>
                <a:cubicBezTo>
                  <a:pt x="3115733" y="1435100"/>
                  <a:pt x="3118213" y="1421674"/>
                  <a:pt x="3124200" y="1409700"/>
                </a:cubicBezTo>
                <a:cubicBezTo>
                  <a:pt x="3131026" y="1396048"/>
                  <a:pt x="3148332" y="1386811"/>
                  <a:pt x="3149600" y="1371600"/>
                </a:cubicBezTo>
                <a:cubicBezTo>
                  <a:pt x="3152784" y="1333398"/>
                  <a:pt x="3143202" y="1295113"/>
                  <a:pt x="3136900" y="1257300"/>
                </a:cubicBezTo>
                <a:cubicBezTo>
                  <a:pt x="3134699" y="1244095"/>
                  <a:pt x="3131626" y="1230339"/>
                  <a:pt x="3124200" y="1219200"/>
                </a:cubicBezTo>
                <a:cubicBezTo>
                  <a:pt x="3110156" y="1198134"/>
                  <a:pt x="3071428" y="1167414"/>
                  <a:pt x="3048000" y="1155700"/>
                </a:cubicBezTo>
                <a:cubicBezTo>
                  <a:pt x="3036026" y="1149713"/>
                  <a:pt x="3021602" y="1149501"/>
                  <a:pt x="3009900" y="1143000"/>
                </a:cubicBezTo>
                <a:cubicBezTo>
                  <a:pt x="2983215" y="1128175"/>
                  <a:pt x="2962660" y="1101853"/>
                  <a:pt x="2933700" y="1092200"/>
                </a:cubicBezTo>
                <a:cubicBezTo>
                  <a:pt x="2908300" y="1083733"/>
                  <a:pt x="2881447" y="1078774"/>
                  <a:pt x="2857500" y="1066800"/>
                </a:cubicBezTo>
                <a:cubicBezTo>
                  <a:pt x="2840567" y="1058333"/>
                  <a:pt x="2823138" y="1050793"/>
                  <a:pt x="2806700" y="1041400"/>
                </a:cubicBezTo>
                <a:cubicBezTo>
                  <a:pt x="2793448" y="1033827"/>
                  <a:pt x="2782892" y="1021359"/>
                  <a:pt x="2768600" y="1016000"/>
                </a:cubicBezTo>
                <a:cubicBezTo>
                  <a:pt x="2748389" y="1008421"/>
                  <a:pt x="2726172" y="1007983"/>
                  <a:pt x="2705100" y="1003300"/>
                </a:cubicBezTo>
                <a:cubicBezTo>
                  <a:pt x="2688061" y="999514"/>
                  <a:pt x="2671579" y="993068"/>
                  <a:pt x="2654300" y="990600"/>
                </a:cubicBezTo>
                <a:cubicBezTo>
                  <a:pt x="2612183" y="984583"/>
                  <a:pt x="2569611" y="982354"/>
                  <a:pt x="2527300" y="977900"/>
                </a:cubicBezTo>
                <a:cubicBezTo>
                  <a:pt x="2489176" y="973887"/>
                  <a:pt x="2450998" y="970266"/>
                  <a:pt x="2413000" y="965200"/>
                </a:cubicBezTo>
                <a:cubicBezTo>
                  <a:pt x="2363886" y="958651"/>
                  <a:pt x="2296481" y="943270"/>
                  <a:pt x="2247900" y="939800"/>
                </a:cubicBezTo>
                <a:cubicBezTo>
                  <a:pt x="2159125" y="933459"/>
                  <a:pt x="2070100" y="931333"/>
                  <a:pt x="1981200" y="927100"/>
                </a:cubicBezTo>
                <a:lnTo>
                  <a:pt x="1905000" y="901700"/>
                </a:lnTo>
                <a:cubicBezTo>
                  <a:pt x="1892300" y="897467"/>
                  <a:pt x="1878379" y="895888"/>
                  <a:pt x="1866900" y="889000"/>
                </a:cubicBezTo>
                <a:cubicBezTo>
                  <a:pt x="1845733" y="876300"/>
                  <a:pt x="1825478" y="861939"/>
                  <a:pt x="1803400" y="850900"/>
                </a:cubicBezTo>
                <a:cubicBezTo>
                  <a:pt x="1783010" y="840705"/>
                  <a:pt x="1760732" y="834759"/>
                  <a:pt x="1739900" y="825500"/>
                </a:cubicBezTo>
                <a:cubicBezTo>
                  <a:pt x="1722600" y="817811"/>
                  <a:pt x="1706501" y="807558"/>
                  <a:pt x="1689100" y="800100"/>
                </a:cubicBezTo>
                <a:cubicBezTo>
                  <a:pt x="1676795" y="794827"/>
                  <a:pt x="1662702" y="793901"/>
                  <a:pt x="1651000" y="787400"/>
                </a:cubicBezTo>
                <a:cubicBezTo>
                  <a:pt x="1624315" y="772575"/>
                  <a:pt x="1600200" y="753533"/>
                  <a:pt x="1574800" y="736600"/>
                </a:cubicBezTo>
                <a:cubicBezTo>
                  <a:pt x="1544647" y="716498"/>
                  <a:pt x="1513467" y="696729"/>
                  <a:pt x="1485900" y="673100"/>
                </a:cubicBezTo>
                <a:cubicBezTo>
                  <a:pt x="1472263" y="661411"/>
                  <a:pt x="1461977" y="646027"/>
                  <a:pt x="1447800" y="635000"/>
                </a:cubicBezTo>
                <a:cubicBezTo>
                  <a:pt x="1423703" y="616258"/>
                  <a:pt x="1397000" y="601133"/>
                  <a:pt x="1371600" y="584200"/>
                </a:cubicBezTo>
                <a:cubicBezTo>
                  <a:pt x="1358900" y="575733"/>
                  <a:pt x="1347152" y="565626"/>
                  <a:pt x="1333500" y="558800"/>
                </a:cubicBezTo>
                <a:cubicBezTo>
                  <a:pt x="1316567" y="550333"/>
                  <a:pt x="1300427" y="540047"/>
                  <a:pt x="1282700" y="533400"/>
                </a:cubicBezTo>
                <a:cubicBezTo>
                  <a:pt x="1266357" y="527271"/>
                  <a:pt x="1248683" y="525495"/>
                  <a:pt x="1231900" y="520700"/>
                </a:cubicBezTo>
                <a:cubicBezTo>
                  <a:pt x="1219028" y="517022"/>
                  <a:pt x="1206500" y="512233"/>
                  <a:pt x="1193800" y="508000"/>
                </a:cubicBezTo>
                <a:cubicBezTo>
                  <a:pt x="1082490" y="396690"/>
                  <a:pt x="1218707" y="537888"/>
                  <a:pt x="1130300" y="431800"/>
                </a:cubicBezTo>
                <a:cubicBezTo>
                  <a:pt x="1099742" y="395130"/>
                  <a:pt x="1091562" y="393275"/>
                  <a:pt x="1054100" y="368300"/>
                </a:cubicBezTo>
                <a:cubicBezTo>
                  <a:pt x="1037167" y="342900"/>
                  <a:pt x="1012953" y="321060"/>
                  <a:pt x="1003300" y="292100"/>
                </a:cubicBezTo>
                <a:cubicBezTo>
                  <a:pt x="999067" y="279400"/>
                  <a:pt x="996587" y="265974"/>
                  <a:pt x="990600" y="254000"/>
                </a:cubicBezTo>
                <a:cubicBezTo>
                  <a:pt x="983774" y="240348"/>
                  <a:pt x="971399" y="229848"/>
                  <a:pt x="965200" y="215900"/>
                </a:cubicBezTo>
                <a:cubicBezTo>
                  <a:pt x="950580" y="183004"/>
                  <a:pt x="945755" y="129035"/>
                  <a:pt x="914400" y="101600"/>
                </a:cubicBezTo>
                <a:cubicBezTo>
                  <a:pt x="876564" y="68493"/>
                  <a:pt x="845452" y="49438"/>
                  <a:pt x="800100" y="38100"/>
                </a:cubicBezTo>
                <a:cubicBezTo>
                  <a:pt x="779159" y="32865"/>
                  <a:pt x="757541" y="30635"/>
                  <a:pt x="736600" y="25400"/>
                </a:cubicBezTo>
                <a:cubicBezTo>
                  <a:pt x="723613" y="22153"/>
                  <a:pt x="711627" y="15325"/>
                  <a:pt x="698500" y="12700"/>
                </a:cubicBezTo>
                <a:cubicBezTo>
                  <a:pt x="669147" y="6829"/>
                  <a:pt x="639233" y="4233"/>
                  <a:pt x="609600" y="0"/>
                </a:cubicBezTo>
                <a:cubicBezTo>
                  <a:pt x="592667" y="4233"/>
                  <a:pt x="574412" y="4894"/>
                  <a:pt x="558800" y="12700"/>
                </a:cubicBezTo>
                <a:cubicBezTo>
                  <a:pt x="531496" y="26352"/>
                  <a:pt x="482600" y="63500"/>
                  <a:pt x="482600" y="63500"/>
                </a:cubicBezTo>
                <a:cubicBezTo>
                  <a:pt x="450874" y="158677"/>
                  <a:pt x="463782" y="103924"/>
                  <a:pt x="482600" y="292100"/>
                </a:cubicBezTo>
                <a:cubicBezTo>
                  <a:pt x="484748" y="313579"/>
                  <a:pt x="491439" y="334362"/>
                  <a:pt x="495300" y="355600"/>
                </a:cubicBezTo>
                <a:cubicBezTo>
                  <a:pt x="504527" y="406348"/>
                  <a:pt x="520672" y="520615"/>
                  <a:pt x="533400" y="558800"/>
                </a:cubicBezTo>
                <a:lnTo>
                  <a:pt x="546100" y="596900"/>
                </a:lnTo>
                <a:cubicBezTo>
                  <a:pt x="541867" y="694267"/>
                  <a:pt x="540875" y="791828"/>
                  <a:pt x="533400" y="889000"/>
                </a:cubicBezTo>
                <a:cubicBezTo>
                  <a:pt x="532373" y="902348"/>
                  <a:pt x="523095" y="913929"/>
                  <a:pt x="520700" y="927100"/>
                </a:cubicBezTo>
                <a:cubicBezTo>
                  <a:pt x="514595" y="960680"/>
                  <a:pt x="514105" y="995120"/>
                  <a:pt x="508000" y="1028700"/>
                </a:cubicBezTo>
                <a:cubicBezTo>
                  <a:pt x="492680" y="1112961"/>
                  <a:pt x="486687" y="1016438"/>
                  <a:pt x="444500" y="1143000"/>
                </a:cubicBezTo>
                <a:cubicBezTo>
                  <a:pt x="435441" y="1170177"/>
                  <a:pt x="429571" y="1198925"/>
                  <a:pt x="406400" y="1219200"/>
                </a:cubicBezTo>
                <a:cubicBezTo>
                  <a:pt x="383426" y="1239302"/>
                  <a:pt x="351786" y="1248414"/>
                  <a:pt x="330200" y="1270000"/>
                </a:cubicBezTo>
                <a:cubicBezTo>
                  <a:pt x="281307" y="1318893"/>
                  <a:pt x="307044" y="1298137"/>
                  <a:pt x="254000" y="1333500"/>
                </a:cubicBezTo>
                <a:cubicBezTo>
                  <a:pt x="239961" y="1375616"/>
                  <a:pt x="254000" y="1344083"/>
                  <a:pt x="254000" y="134620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Forma livre 20"/>
          <p:cNvSpPr/>
          <p:nvPr/>
        </p:nvSpPr>
        <p:spPr>
          <a:xfrm>
            <a:off x="4902200" y="2476500"/>
            <a:ext cx="1168400" cy="1917700"/>
          </a:xfrm>
          <a:custGeom>
            <a:avLst/>
            <a:gdLst>
              <a:gd name="connsiteX0" fmla="*/ 558800 w 1168400"/>
              <a:gd name="connsiteY0" fmla="*/ 1917700 h 1917700"/>
              <a:gd name="connsiteX1" fmla="*/ 558800 w 1168400"/>
              <a:gd name="connsiteY1" fmla="*/ 1917700 h 1917700"/>
              <a:gd name="connsiteX2" fmla="*/ 457200 w 1168400"/>
              <a:gd name="connsiteY2" fmla="*/ 1866900 h 1917700"/>
              <a:gd name="connsiteX3" fmla="*/ 419100 w 1168400"/>
              <a:gd name="connsiteY3" fmla="*/ 1841500 h 1917700"/>
              <a:gd name="connsiteX4" fmla="*/ 406400 w 1168400"/>
              <a:gd name="connsiteY4" fmla="*/ 1803400 h 1917700"/>
              <a:gd name="connsiteX5" fmla="*/ 419100 w 1168400"/>
              <a:gd name="connsiteY5" fmla="*/ 1562100 h 1917700"/>
              <a:gd name="connsiteX6" fmla="*/ 444500 w 1168400"/>
              <a:gd name="connsiteY6" fmla="*/ 1485900 h 1917700"/>
              <a:gd name="connsiteX7" fmla="*/ 469900 w 1168400"/>
              <a:gd name="connsiteY7" fmla="*/ 1397000 h 1917700"/>
              <a:gd name="connsiteX8" fmla="*/ 495300 w 1168400"/>
              <a:gd name="connsiteY8" fmla="*/ 1181100 h 1917700"/>
              <a:gd name="connsiteX9" fmla="*/ 482600 w 1168400"/>
              <a:gd name="connsiteY9" fmla="*/ 876300 h 1917700"/>
              <a:gd name="connsiteX10" fmla="*/ 457200 w 1168400"/>
              <a:gd name="connsiteY10" fmla="*/ 838200 h 1917700"/>
              <a:gd name="connsiteX11" fmla="*/ 381000 w 1168400"/>
              <a:gd name="connsiteY11" fmla="*/ 762000 h 1917700"/>
              <a:gd name="connsiteX12" fmla="*/ 330200 w 1168400"/>
              <a:gd name="connsiteY12" fmla="*/ 736600 h 1917700"/>
              <a:gd name="connsiteX13" fmla="*/ 292100 w 1168400"/>
              <a:gd name="connsiteY13" fmla="*/ 723900 h 1917700"/>
              <a:gd name="connsiteX14" fmla="*/ 254000 w 1168400"/>
              <a:gd name="connsiteY14" fmla="*/ 698500 h 1917700"/>
              <a:gd name="connsiteX15" fmla="*/ 215900 w 1168400"/>
              <a:gd name="connsiteY15" fmla="*/ 685800 h 1917700"/>
              <a:gd name="connsiteX16" fmla="*/ 139700 w 1168400"/>
              <a:gd name="connsiteY16" fmla="*/ 647700 h 1917700"/>
              <a:gd name="connsiteX17" fmla="*/ 76200 w 1168400"/>
              <a:gd name="connsiteY17" fmla="*/ 571500 h 1917700"/>
              <a:gd name="connsiteX18" fmla="*/ 38100 w 1168400"/>
              <a:gd name="connsiteY18" fmla="*/ 457200 h 1917700"/>
              <a:gd name="connsiteX19" fmla="*/ 12700 w 1168400"/>
              <a:gd name="connsiteY19" fmla="*/ 381000 h 1917700"/>
              <a:gd name="connsiteX20" fmla="*/ 0 w 1168400"/>
              <a:gd name="connsiteY20" fmla="*/ 342900 h 1917700"/>
              <a:gd name="connsiteX21" fmla="*/ 12700 w 1168400"/>
              <a:gd name="connsiteY21" fmla="*/ 228600 h 1917700"/>
              <a:gd name="connsiteX22" fmla="*/ 76200 w 1168400"/>
              <a:gd name="connsiteY22" fmla="*/ 165100 h 1917700"/>
              <a:gd name="connsiteX23" fmla="*/ 215900 w 1168400"/>
              <a:gd name="connsiteY23" fmla="*/ 127000 h 1917700"/>
              <a:gd name="connsiteX24" fmla="*/ 444500 w 1168400"/>
              <a:gd name="connsiteY24" fmla="*/ 114300 h 1917700"/>
              <a:gd name="connsiteX25" fmla="*/ 520700 w 1168400"/>
              <a:gd name="connsiteY25" fmla="*/ 63500 h 1917700"/>
              <a:gd name="connsiteX26" fmla="*/ 596900 w 1168400"/>
              <a:gd name="connsiteY26" fmla="*/ 0 h 1917700"/>
              <a:gd name="connsiteX27" fmla="*/ 685800 w 1168400"/>
              <a:gd name="connsiteY27" fmla="*/ 12700 h 1917700"/>
              <a:gd name="connsiteX28" fmla="*/ 749300 w 1168400"/>
              <a:gd name="connsiteY28" fmla="*/ 101600 h 1917700"/>
              <a:gd name="connsiteX29" fmla="*/ 774700 w 1168400"/>
              <a:gd name="connsiteY29" fmla="*/ 139700 h 1917700"/>
              <a:gd name="connsiteX30" fmla="*/ 825500 w 1168400"/>
              <a:gd name="connsiteY30" fmla="*/ 152400 h 1917700"/>
              <a:gd name="connsiteX31" fmla="*/ 914400 w 1168400"/>
              <a:gd name="connsiteY31" fmla="*/ 139700 h 1917700"/>
              <a:gd name="connsiteX32" fmla="*/ 952500 w 1168400"/>
              <a:gd name="connsiteY32" fmla="*/ 127000 h 1917700"/>
              <a:gd name="connsiteX33" fmla="*/ 1104900 w 1168400"/>
              <a:gd name="connsiteY33" fmla="*/ 139700 h 1917700"/>
              <a:gd name="connsiteX34" fmla="*/ 1130300 w 1168400"/>
              <a:gd name="connsiteY34" fmla="*/ 177800 h 1917700"/>
              <a:gd name="connsiteX35" fmla="*/ 1168400 w 1168400"/>
              <a:gd name="connsiteY35" fmla="*/ 254000 h 1917700"/>
              <a:gd name="connsiteX36" fmla="*/ 1143000 w 1168400"/>
              <a:gd name="connsiteY36" fmla="*/ 431800 h 1917700"/>
              <a:gd name="connsiteX37" fmla="*/ 1092200 w 1168400"/>
              <a:gd name="connsiteY37" fmla="*/ 508000 h 1917700"/>
              <a:gd name="connsiteX38" fmla="*/ 1066800 w 1168400"/>
              <a:gd name="connsiteY38" fmla="*/ 546100 h 1917700"/>
              <a:gd name="connsiteX39" fmla="*/ 1028700 w 1168400"/>
              <a:gd name="connsiteY39" fmla="*/ 622300 h 1917700"/>
              <a:gd name="connsiteX40" fmla="*/ 1003300 w 1168400"/>
              <a:gd name="connsiteY40" fmla="*/ 723900 h 1917700"/>
              <a:gd name="connsiteX41" fmla="*/ 990600 w 1168400"/>
              <a:gd name="connsiteY41" fmla="*/ 876300 h 1917700"/>
              <a:gd name="connsiteX42" fmla="*/ 977900 w 1168400"/>
              <a:gd name="connsiteY42" fmla="*/ 1092200 h 1917700"/>
              <a:gd name="connsiteX43" fmla="*/ 952500 w 1168400"/>
              <a:gd name="connsiteY43" fmla="*/ 1231900 h 1917700"/>
              <a:gd name="connsiteX44" fmla="*/ 939800 w 1168400"/>
              <a:gd name="connsiteY44" fmla="*/ 1282700 h 1917700"/>
              <a:gd name="connsiteX45" fmla="*/ 914400 w 1168400"/>
              <a:gd name="connsiteY45" fmla="*/ 1435100 h 1917700"/>
              <a:gd name="connsiteX46" fmla="*/ 901700 w 1168400"/>
              <a:gd name="connsiteY46" fmla="*/ 1473200 h 1917700"/>
              <a:gd name="connsiteX47" fmla="*/ 876300 w 1168400"/>
              <a:gd name="connsiteY47" fmla="*/ 1562100 h 1917700"/>
              <a:gd name="connsiteX48" fmla="*/ 812800 w 1168400"/>
              <a:gd name="connsiteY48" fmla="*/ 1638300 h 1917700"/>
              <a:gd name="connsiteX49" fmla="*/ 774700 w 1168400"/>
              <a:gd name="connsiteY49" fmla="*/ 1714500 h 1917700"/>
              <a:gd name="connsiteX50" fmla="*/ 749300 w 1168400"/>
              <a:gd name="connsiteY50" fmla="*/ 1790700 h 1917700"/>
              <a:gd name="connsiteX51" fmla="*/ 711200 w 1168400"/>
              <a:gd name="connsiteY51" fmla="*/ 1866900 h 1917700"/>
              <a:gd name="connsiteX52" fmla="*/ 635000 w 1168400"/>
              <a:gd name="connsiteY52" fmla="*/ 1892300 h 1917700"/>
              <a:gd name="connsiteX53" fmla="*/ 558800 w 1168400"/>
              <a:gd name="connsiteY53" fmla="*/ 1917700 h 1917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168400" h="1917700">
                <a:moveTo>
                  <a:pt x="558800" y="1917700"/>
                </a:moveTo>
                <a:lnTo>
                  <a:pt x="558800" y="1917700"/>
                </a:lnTo>
                <a:cubicBezTo>
                  <a:pt x="524933" y="1900767"/>
                  <a:pt x="490441" y="1885031"/>
                  <a:pt x="457200" y="1866900"/>
                </a:cubicBezTo>
                <a:cubicBezTo>
                  <a:pt x="443800" y="1859591"/>
                  <a:pt x="428635" y="1853419"/>
                  <a:pt x="419100" y="1841500"/>
                </a:cubicBezTo>
                <a:cubicBezTo>
                  <a:pt x="410737" y="1831047"/>
                  <a:pt x="410633" y="1816100"/>
                  <a:pt x="406400" y="1803400"/>
                </a:cubicBezTo>
                <a:cubicBezTo>
                  <a:pt x="410633" y="1722967"/>
                  <a:pt x="409503" y="1642071"/>
                  <a:pt x="419100" y="1562100"/>
                </a:cubicBezTo>
                <a:cubicBezTo>
                  <a:pt x="422290" y="1535517"/>
                  <a:pt x="436033" y="1511300"/>
                  <a:pt x="444500" y="1485900"/>
                </a:cubicBezTo>
                <a:cubicBezTo>
                  <a:pt x="455381" y="1453256"/>
                  <a:pt x="463521" y="1432083"/>
                  <a:pt x="469900" y="1397000"/>
                </a:cubicBezTo>
                <a:cubicBezTo>
                  <a:pt x="482378" y="1328372"/>
                  <a:pt x="488489" y="1249214"/>
                  <a:pt x="495300" y="1181100"/>
                </a:cubicBezTo>
                <a:cubicBezTo>
                  <a:pt x="491067" y="1079500"/>
                  <a:pt x="493830" y="977366"/>
                  <a:pt x="482600" y="876300"/>
                </a:cubicBezTo>
                <a:cubicBezTo>
                  <a:pt x="480914" y="861130"/>
                  <a:pt x="467341" y="849608"/>
                  <a:pt x="457200" y="838200"/>
                </a:cubicBezTo>
                <a:cubicBezTo>
                  <a:pt x="433335" y="811352"/>
                  <a:pt x="413129" y="778064"/>
                  <a:pt x="381000" y="762000"/>
                </a:cubicBezTo>
                <a:cubicBezTo>
                  <a:pt x="364067" y="753533"/>
                  <a:pt x="347601" y="744058"/>
                  <a:pt x="330200" y="736600"/>
                </a:cubicBezTo>
                <a:cubicBezTo>
                  <a:pt x="317895" y="731327"/>
                  <a:pt x="304074" y="729887"/>
                  <a:pt x="292100" y="723900"/>
                </a:cubicBezTo>
                <a:cubicBezTo>
                  <a:pt x="278448" y="717074"/>
                  <a:pt x="267652" y="705326"/>
                  <a:pt x="254000" y="698500"/>
                </a:cubicBezTo>
                <a:cubicBezTo>
                  <a:pt x="242026" y="692513"/>
                  <a:pt x="227874" y="691787"/>
                  <a:pt x="215900" y="685800"/>
                </a:cubicBezTo>
                <a:cubicBezTo>
                  <a:pt x="117423" y="636561"/>
                  <a:pt x="235465" y="679622"/>
                  <a:pt x="139700" y="647700"/>
                </a:cubicBezTo>
                <a:cubicBezTo>
                  <a:pt x="115774" y="623774"/>
                  <a:pt x="90345" y="603326"/>
                  <a:pt x="76200" y="571500"/>
                </a:cubicBezTo>
                <a:lnTo>
                  <a:pt x="38100" y="457200"/>
                </a:lnTo>
                <a:lnTo>
                  <a:pt x="12700" y="381000"/>
                </a:lnTo>
                <a:lnTo>
                  <a:pt x="0" y="342900"/>
                </a:lnTo>
                <a:cubicBezTo>
                  <a:pt x="4233" y="304800"/>
                  <a:pt x="3403" y="265790"/>
                  <a:pt x="12700" y="228600"/>
                </a:cubicBezTo>
                <a:cubicBezTo>
                  <a:pt x="19579" y="201083"/>
                  <a:pt x="52388" y="175683"/>
                  <a:pt x="76200" y="165100"/>
                </a:cubicBezTo>
                <a:cubicBezTo>
                  <a:pt x="107626" y="151133"/>
                  <a:pt x="178754" y="130230"/>
                  <a:pt x="215900" y="127000"/>
                </a:cubicBezTo>
                <a:cubicBezTo>
                  <a:pt x="291931" y="120389"/>
                  <a:pt x="368300" y="118533"/>
                  <a:pt x="444500" y="114300"/>
                </a:cubicBezTo>
                <a:cubicBezTo>
                  <a:pt x="469900" y="97367"/>
                  <a:pt x="499114" y="85086"/>
                  <a:pt x="520700" y="63500"/>
                </a:cubicBezTo>
                <a:cubicBezTo>
                  <a:pt x="569593" y="14607"/>
                  <a:pt x="543856" y="35363"/>
                  <a:pt x="596900" y="0"/>
                </a:cubicBezTo>
                <a:cubicBezTo>
                  <a:pt x="626533" y="4233"/>
                  <a:pt x="658007" y="1583"/>
                  <a:pt x="685800" y="12700"/>
                </a:cubicBezTo>
                <a:cubicBezTo>
                  <a:pt x="720277" y="26491"/>
                  <a:pt x="733798" y="74471"/>
                  <a:pt x="749300" y="101600"/>
                </a:cubicBezTo>
                <a:cubicBezTo>
                  <a:pt x="756873" y="114852"/>
                  <a:pt x="762000" y="131233"/>
                  <a:pt x="774700" y="139700"/>
                </a:cubicBezTo>
                <a:cubicBezTo>
                  <a:pt x="789223" y="149382"/>
                  <a:pt x="808567" y="148167"/>
                  <a:pt x="825500" y="152400"/>
                </a:cubicBezTo>
                <a:cubicBezTo>
                  <a:pt x="855133" y="148167"/>
                  <a:pt x="885047" y="145571"/>
                  <a:pt x="914400" y="139700"/>
                </a:cubicBezTo>
                <a:cubicBezTo>
                  <a:pt x="927527" y="137075"/>
                  <a:pt x="939113" y="127000"/>
                  <a:pt x="952500" y="127000"/>
                </a:cubicBezTo>
                <a:cubicBezTo>
                  <a:pt x="1003476" y="127000"/>
                  <a:pt x="1054100" y="135467"/>
                  <a:pt x="1104900" y="139700"/>
                </a:cubicBezTo>
                <a:cubicBezTo>
                  <a:pt x="1113367" y="152400"/>
                  <a:pt x="1123474" y="164148"/>
                  <a:pt x="1130300" y="177800"/>
                </a:cubicBezTo>
                <a:cubicBezTo>
                  <a:pt x="1182880" y="282960"/>
                  <a:pt x="1095607" y="144811"/>
                  <a:pt x="1168400" y="254000"/>
                </a:cubicBezTo>
                <a:cubicBezTo>
                  <a:pt x="1167011" y="269284"/>
                  <a:pt x="1166901" y="388778"/>
                  <a:pt x="1143000" y="431800"/>
                </a:cubicBezTo>
                <a:cubicBezTo>
                  <a:pt x="1128175" y="458485"/>
                  <a:pt x="1109133" y="482600"/>
                  <a:pt x="1092200" y="508000"/>
                </a:cubicBezTo>
                <a:cubicBezTo>
                  <a:pt x="1083733" y="520700"/>
                  <a:pt x="1071627" y="531620"/>
                  <a:pt x="1066800" y="546100"/>
                </a:cubicBezTo>
                <a:cubicBezTo>
                  <a:pt x="1034878" y="641865"/>
                  <a:pt x="1077939" y="523823"/>
                  <a:pt x="1028700" y="622300"/>
                </a:cubicBezTo>
                <a:cubicBezTo>
                  <a:pt x="1015683" y="648335"/>
                  <a:pt x="1008130" y="699748"/>
                  <a:pt x="1003300" y="723900"/>
                </a:cubicBezTo>
                <a:cubicBezTo>
                  <a:pt x="999067" y="774700"/>
                  <a:pt x="994107" y="825445"/>
                  <a:pt x="990600" y="876300"/>
                </a:cubicBezTo>
                <a:cubicBezTo>
                  <a:pt x="985640" y="948220"/>
                  <a:pt x="984145" y="1020380"/>
                  <a:pt x="977900" y="1092200"/>
                </a:cubicBezTo>
                <a:cubicBezTo>
                  <a:pt x="975931" y="1114848"/>
                  <a:pt x="958280" y="1205890"/>
                  <a:pt x="952500" y="1231900"/>
                </a:cubicBezTo>
                <a:cubicBezTo>
                  <a:pt x="948714" y="1248939"/>
                  <a:pt x="943017" y="1265544"/>
                  <a:pt x="939800" y="1282700"/>
                </a:cubicBezTo>
                <a:cubicBezTo>
                  <a:pt x="930309" y="1333319"/>
                  <a:pt x="930686" y="1386242"/>
                  <a:pt x="914400" y="1435100"/>
                </a:cubicBezTo>
                <a:cubicBezTo>
                  <a:pt x="910167" y="1447800"/>
                  <a:pt x="905378" y="1460328"/>
                  <a:pt x="901700" y="1473200"/>
                </a:cubicBezTo>
                <a:cubicBezTo>
                  <a:pt x="896275" y="1492189"/>
                  <a:pt x="886450" y="1541800"/>
                  <a:pt x="876300" y="1562100"/>
                </a:cubicBezTo>
                <a:cubicBezTo>
                  <a:pt x="858619" y="1597463"/>
                  <a:pt x="840887" y="1610213"/>
                  <a:pt x="812800" y="1638300"/>
                </a:cubicBezTo>
                <a:cubicBezTo>
                  <a:pt x="766483" y="1777251"/>
                  <a:pt x="840352" y="1566784"/>
                  <a:pt x="774700" y="1714500"/>
                </a:cubicBezTo>
                <a:cubicBezTo>
                  <a:pt x="763826" y="1738966"/>
                  <a:pt x="757767" y="1765300"/>
                  <a:pt x="749300" y="1790700"/>
                </a:cubicBezTo>
                <a:cubicBezTo>
                  <a:pt x="742380" y="1811460"/>
                  <a:pt x="731932" y="1853942"/>
                  <a:pt x="711200" y="1866900"/>
                </a:cubicBezTo>
                <a:cubicBezTo>
                  <a:pt x="688496" y="1881090"/>
                  <a:pt x="660400" y="1883833"/>
                  <a:pt x="635000" y="1892300"/>
                </a:cubicBezTo>
                <a:lnTo>
                  <a:pt x="558800" y="19177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024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9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828800"/>
            <a:ext cx="7315200" cy="3200400"/>
          </a:xfrm>
          <a:prstGeom prst="rect">
            <a:avLst/>
          </a:prstGeom>
        </p:spPr>
      </p:pic>
      <p:sp>
        <p:nvSpPr>
          <p:cNvPr id="10" name="Elipse 9"/>
          <p:cNvSpPr/>
          <p:nvPr/>
        </p:nvSpPr>
        <p:spPr>
          <a:xfrm>
            <a:off x="3470672" y="3200276"/>
            <a:ext cx="936104" cy="93610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Elipse 6"/>
          <p:cNvSpPr/>
          <p:nvPr/>
        </p:nvSpPr>
        <p:spPr>
          <a:xfrm>
            <a:off x="7092280" y="2323480"/>
            <a:ext cx="936104" cy="93610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Elipse 7"/>
          <p:cNvSpPr/>
          <p:nvPr/>
        </p:nvSpPr>
        <p:spPr>
          <a:xfrm>
            <a:off x="6804248" y="4093096"/>
            <a:ext cx="936104" cy="93610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6" name="Grupo 5"/>
          <p:cNvGrpSpPr/>
          <p:nvPr/>
        </p:nvGrpSpPr>
        <p:grpSpPr>
          <a:xfrm>
            <a:off x="3347864" y="4221088"/>
            <a:ext cx="1465684" cy="551047"/>
            <a:chOff x="3470672" y="5119949"/>
            <a:chExt cx="1465684" cy="551047"/>
          </a:xfrm>
        </p:grpSpPr>
        <p:pic>
          <p:nvPicPr>
            <p:cNvPr id="2" name="Imagem 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70672" y="5119949"/>
              <a:ext cx="1465684" cy="357956"/>
            </a:xfrm>
            <a:prstGeom prst="rect">
              <a:avLst/>
            </a:prstGeom>
          </p:spPr>
        </p:pic>
        <p:sp>
          <p:nvSpPr>
            <p:cNvPr id="3" name="CaixaDeTexto 2"/>
            <p:cNvSpPr txBox="1"/>
            <p:nvPr/>
          </p:nvSpPr>
          <p:spPr>
            <a:xfrm>
              <a:off x="3970553" y="5332442"/>
              <a:ext cx="6137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600" b="1" dirty="0" err="1">
                  <a:latin typeface="Arial" pitchFamily="34" charset="0"/>
                  <a:cs typeface="Arial" pitchFamily="34" charset="0"/>
                </a:rPr>
                <a:t>Vina</a:t>
              </a:r>
              <a:endParaRPr lang="pt-BR" sz="1600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4" name="Grupo 13"/>
          <p:cNvGrpSpPr/>
          <p:nvPr/>
        </p:nvGrpSpPr>
        <p:grpSpPr>
          <a:xfrm>
            <a:off x="7023165" y="1515760"/>
            <a:ext cx="1534675" cy="930528"/>
            <a:chOff x="7023165" y="1515760"/>
            <a:chExt cx="1534675" cy="930528"/>
          </a:xfrm>
        </p:grpSpPr>
        <p:pic>
          <p:nvPicPr>
            <p:cNvPr id="9" name="Imagem 8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44681" y="1515760"/>
              <a:ext cx="513159" cy="930528"/>
            </a:xfrm>
            <a:prstGeom prst="rect">
              <a:avLst/>
            </a:prstGeom>
          </p:spPr>
        </p:pic>
        <p:sp>
          <p:nvSpPr>
            <p:cNvPr id="13" name="CaixaDeTexto 12"/>
            <p:cNvSpPr txBox="1"/>
            <p:nvPr/>
          </p:nvSpPr>
          <p:spPr>
            <a:xfrm>
              <a:off x="7023165" y="1858216"/>
              <a:ext cx="107433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600" b="1" dirty="0" err="1">
                  <a:latin typeface="Arial" pitchFamily="34" charset="0"/>
                  <a:cs typeface="Arial" pitchFamily="34" charset="0"/>
                </a:rPr>
                <a:t>Gromacs</a:t>
              </a:r>
              <a:endParaRPr lang="pt-BR" sz="1600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5" name="Grupo 14"/>
          <p:cNvGrpSpPr/>
          <p:nvPr/>
        </p:nvGrpSpPr>
        <p:grpSpPr>
          <a:xfrm>
            <a:off x="6549970" y="5095289"/>
            <a:ext cx="1465684" cy="551047"/>
            <a:chOff x="3470672" y="5119949"/>
            <a:chExt cx="1465684" cy="551047"/>
          </a:xfrm>
        </p:grpSpPr>
        <p:pic>
          <p:nvPicPr>
            <p:cNvPr id="16" name="Imagem 1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70672" y="5119949"/>
              <a:ext cx="1465684" cy="357956"/>
            </a:xfrm>
            <a:prstGeom prst="rect">
              <a:avLst/>
            </a:prstGeom>
          </p:spPr>
        </p:pic>
        <p:sp>
          <p:nvSpPr>
            <p:cNvPr id="17" name="CaixaDeTexto 16"/>
            <p:cNvSpPr txBox="1"/>
            <p:nvPr/>
          </p:nvSpPr>
          <p:spPr>
            <a:xfrm>
              <a:off x="3970553" y="5332442"/>
              <a:ext cx="6137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600" b="1" dirty="0" err="1">
                  <a:latin typeface="Arial" pitchFamily="34" charset="0"/>
                  <a:cs typeface="Arial" pitchFamily="34" charset="0"/>
                </a:rPr>
                <a:t>Vina</a:t>
              </a:r>
              <a:endParaRPr lang="pt-BR" sz="1600" b="1" dirty="0">
                <a:latin typeface="Arial" pitchFamily="34" charset="0"/>
                <a:cs typeface="Arial" pitchFamily="34" charset="0"/>
              </a:endParaRPr>
            </a:p>
          </p:txBody>
        </p:sp>
      </p:grpSp>
      <p:pic>
        <p:nvPicPr>
          <p:cNvPr id="18" name="Imagem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348" y="915566"/>
            <a:ext cx="952500" cy="857250"/>
          </a:xfrm>
          <a:prstGeom prst="rect">
            <a:avLst/>
          </a:prstGeom>
        </p:spPr>
      </p:pic>
      <p:sp>
        <p:nvSpPr>
          <p:cNvPr id="19" name="Elipse 18"/>
          <p:cNvSpPr/>
          <p:nvPr/>
        </p:nvSpPr>
        <p:spPr>
          <a:xfrm>
            <a:off x="827584" y="1700807"/>
            <a:ext cx="3816424" cy="794737"/>
          </a:xfrm>
          <a:prstGeom prst="ellipse">
            <a:avLst/>
          </a:prstGeom>
          <a:noFill/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CaixaDeTexto 19"/>
          <p:cNvSpPr txBox="1"/>
          <p:nvPr/>
        </p:nvSpPr>
        <p:spPr>
          <a:xfrm>
            <a:off x="1154581" y="6300028"/>
            <a:ext cx="7017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/>
              <a:t>File format conversion, selection of the best results, compatibility issues...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4829527"/>
            <a:ext cx="1465684" cy="3040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5950" y="5647528"/>
            <a:ext cx="1454442" cy="301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465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7" grpId="0" animBg="1"/>
      <p:bldP spid="8" grpId="0" animBg="1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828800"/>
            <a:ext cx="7315200" cy="3200400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0" y="836712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/>
              <a:t>Abordagem D1-EM-D2: Do FASTA do </a:t>
            </a:r>
            <a:r>
              <a:rPr lang="pt-BR" sz="2000" i="1" dirty="0" err="1"/>
              <a:t>epitopo</a:t>
            </a:r>
            <a:r>
              <a:rPr lang="pt-BR" sz="2000" i="1" dirty="0"/>
              <a:t> ao PDB do </a:t>
            </a:r>
            <a:r>
              <a:rPr lang="pt-BR" sz="2000" i="1" dirty="0" err="1"/>
              <a:t>pMHC</a:t>
            </a:r>
            <a:r>
              <a:rPr lang="pt-BR" sz="2000" i="1" dirty="0"/>
              <a:t>.</a:t>
            </a:r>
          </a:p>
        </p:txBody>
      </p:sp>
      <p:sp>
        <p:nvSpPr>
          <p:cNvPr id="9" name="Retângulo 8"/>
          <p:cNvSpPr/>
          <p:nvPr/>
        </p:nvSpPr>
        <p:spPr>
          <a:xfrm>
            <a:off x="683568" y="1628800"/>
            <a:ext cx="7776864" cy="3600400"/>
          </a:xfrm>
          <a:prstGeom prst="rect">
            <a:avLst/>
          </a:prstGeom>
          <a:solidFill>
            <a:srgbClr val="D9D9D9">
              <a:alpha val="6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3851920" y="2819400"/>
            <a:ext cx="1250663" cy="1627004"/>
            <a:chOff x="3653576" y="2819400"/>
            <a:chExt cx="1250663" cy="1627004"/>
          </a:xfrm>
        </p:grpSpPr>
        <p:pic>
          <p:nvPicPr>
            <p:cNvPr id="6" name="Imagem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69308" y="2819400"/>
              <a:ext cx="1219200" cy="1219200"/>
            </a:xfrm>
            <a:prstGeom prst="rect">
              <a:avLst/>
            </a:prstGeom>
          </p:spPr>
        </p:pic>
        <p:sp>
          <p:nvSpPr>
            <p:cNvPr id="7" name="CaixaDeTexto 6"/>
            <p:cNvSpPr txBox="1"/>
            <p:nvPr/>
          </p:nvSpPr>
          <p:spPr>
            <a:xfrm>
              <a:off x="3653576" y="4077072"/>
              <a:ext cx="1250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solidFill>
                    <a:schemeClr val="tx2">
                      <a:lumMod val="75000"/>
                    </a:schemeClr>
                  </a:solidFill>
                </a:rPr>
                <a:t>p_D1EMD2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8845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017" y="246451"/>
            <a:ext cx="7199391" cy="6278893"/>
          </a:xfrm>
          <a:prstGeom prst="rect">
            <a:avLst/>
          </a:prstGeom>
        </p:spPr>
      </p:pic>
      <p:pic>
        <p:nvPicPr>
          <p:cNvPr id="3" name="Imagem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982" y="275630"/>
            <a:ext cx="7106192" cy="310896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71226" y="279388"/>
            <a:ext cx="7159752" cy="3110267"/>
          </a:xfrm>
          <a:prstGeom prst="rect">
            <a:avLst/>
          </a:prstGeom>
          <a:solidFill>
            <a:srgbClr val="D9D9D9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26198" y="4345950"/>
            <a:ext cx="108012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Epitope</a:t>
            </a:r>
          </a:p>
          <a:p>
            <a:pPr algn="ctr"/>
            <a:r>
              <a:rPr lang="en-US" sz="1400" dirty="0"/>
              <a:t>(FASTA)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91880" y="4941168"/>
            <a:ext cx="792088" cy="93610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040324" y="5877272"/>
            <a:ext cx="1539788" cy="28803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322394" y="5301208"/>
            <a:ext cx="358110" cy="14401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319480" y="5445224"/>
            <a:ext cx="358110" cy="14401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651102" y="4955724"/>
            <a:ext cx="732925" cy="92154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211194" y="5157192"/>
            <a:ext cx="864096" cy="28803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220072" y="5517232"/>
            <a:ext cx="986907" cy="864096"/>
            <a:chOff x="5220072" y="5517232"/>
            <a:chExt cx="986907" cy="864096"/>
          </a:xfrm>
        </p:grpSpPr>
        <p:sp>
          <p:nvSpPr>
            <p:cNvPr id="12" name="Rectangle 11"/>
            <p:cNvSpPr/>
            <p:nvPr/>
          </p:nvSpPr>
          <p:spPr>
            <a:xfrm>
              <a:off x="5342883" y="5517232"/>
              <a:ext cx="864096" cy="86409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220072" y="5525616"/>
              <a:ext cx="864096" cy="13563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2173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540768"/>
            <a:ext cx="7315200" cy="3200400"/>
          </a:xfrm>
          <a:prstGeom prst="rect">
            <a:avLst/>
          </a:prstGeom>
        </p:spPr>
      </p:pic>
      <p:sp>
        <p:nvSpPr>
          <p:cNvPr id="9" name="Retângulo 8"/>
          <p:cNvSpPr/>
          <p:nvPr/>
        </p:nvSpPr>
        <p:spPr>
          <a:xfrm>
            <a:off x="683568" y="1340768"/>
            <a:ext cx="7776864" cy="3600400"/>
          </a:xfrm>
          <a:prstGeom prst="rect">
            <a:avLst/>
          </a:prstGeom>
          <a:solidFill>
            <a:srgbClr val="D9D9D9">
              <a:alpha val="6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3851920" y="2531368"/>
            <a:ext cx="1250663" cy="1627004"/>
            <a:chOff x="3653576" y="2819400"/>
            <a:chExt cx="1250663" cy="1627004"/>
          </a:xfrm>
        </p:grpSpPr>
        <p:pic>
          <p:nvPicPr>
            <p:cNvPr id="6" name="Imagem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69308" y="2819400"/>
              <a:ext cx="1219200" cy="1219200"/>
            </a:xfrm>
            <a:prstGeom prst="rect">
              <a:avLst/>
            </a:prstGeom>
          </p:spPr>
        </p:pic>
        <p:sp>
          <p:nvSpPr>
            <p:cNvPr id="7" name="CaixaDeTexto 6"/>
            <p:cNvSpPr txBox="1"/>
            <p:nvPr/>
          </p:nvSpPr>
          <p:spPr>
            <a:xfrm>
              <a:off x="3653576" y="4077072"/>
              <a:ext cx="1250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solidFill>
                    <a:schemeClr val="tx2">
                      <a:lumMod val="75000"/>
                    </a:schemeClr>
                  </a:solidFill>
                </a:rPr>
                <a:t>p_D1EMD2</a:t>
              </a:r>
            </a:p>
          </p:txBody>
        </p:sp>
      </p:grpSp>
      <p:sp>
        <p:nvSpPr>
          <p:cNvPr id="10" name="CaixaDeTexto 9"/>
          <p:cNvSpPr txBox="1"/>
          <p:nvPr/>
        </p:nvSpPr>
        <p:spPr>
          <a:xfrm>
            <a:off x="675011" y="5180999"/>
            <a:ext cx="77854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pt-BR" dirty="0">
                <a:solidFill>
                  <a:schemeClr val="accent2">
                    <a:lumMod val="75000"/>
                  </a:schemeClr>
                </a:solidFill>
              </a:rPr>
              <a:t>5 bash scripts: p_D1EMD2, p_prep4D1, p_vina, structchoice, p_MHC4D2</a:t>
            </a:r>
          </a:p>
          <a:p>
            <a:pPr marL="285750" indent="-285750">
              <a:buFont typeface="Wingdings"/>
              <a:buChar char="Ø"/>
            </a:pPr>
            <a:r>
              <a:rPr lang="pt-BR" dirty="0">
                <a:solidFill>
                  <a:schemeClr val="accent2">
                    <a:lumMod val="75000"/>
                  </a:schemeClr>
                </a:solidFill>
              </a:rPr>
              <a:t>4 software dependencies: vina, gromacs, mgltools, pymol</a:t>
            </a:r>
          </a:p>
          <a:p>
            <a:pPr marL="285750" indent="-285750">
              <a:buFont typeface="Wingdings"/>
              <a:buChar char="Ø"/>
            </a:pPr>
            <a:r>
              <a:rPr lang="pt-BR" dirty="0">
                <a:solidFill>
                  <a:schemeClr val="accent2">
                    <a:lumMod val="75000"/>
                  </a:schemeClr>
                </a:solidFill>
              </a:rPr>
              <a:t>12 python scripts: to perform tasks with pymol or mgltools</a:t>
            </a:r>
          </a:p>
        </p:txBody>
      </p:sp>
      <p:sp>
        <p:nvSpPr>
          <p:cNvPr id="11" name="CaixaDeTexto 4"/>
          <p:cNvSpPr txBox="1"/>
          <p:nvPr/>
        </p:nvSpPr>
        <p:spPr>
          <a:xfrm>
            <a:off x="0" y="836712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/>
              <a:t>The D1-EM-D2 protocol: from peptide FASTA to peptide-MHC PDB</a:t>
            </a:r>
          </a:p>
        </p:txBody>
      </p:sp>
    </p:spTree>
    <p:extLst>
      <p:ext uri="{BB962C8B-B14F-4D97-AF65-F5344CB8AC3E}">
        <p14:creationId xmlns:p14="http://schemas.microsoft.com/office/powerpoint/2010/main" val="4257765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DockTope</a:t>
            </a:r>
            <a:r>
              <a:rPr lang="pt-BR" dirty="0"/>
              <a:t> </a:t>
            </a:r>
            <a:r>
              <a:rPr lang="pt-BR" sz="1500" dirty="0"/>
              <a:t>(</a:t>
            </a:r>
            <a:r>
              <a:rPr lang="pt-BR" sz="1500" dirty="0" err="1"/>
              <a:t>last</a:t>
            </a:r>
            <a:r>
              <a:rPr lang="pt-BR" sz="1500" dirty="0"/>
              <a:t> online </a:t>
            </a:r>
            <a:r>
              <a:rPr lang="pt-BR" sz="1500" dirty="0" err="1"/>
              <a:t>version</a:t>
            </a:r>
            <a:r>
              <a:rPr lang="pt-BR" sz="1500" dirty="0"/>
              <a:t>)</a:t>
            </a:r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967"/>
          <a:stretch/>
        </p:blipFill>
        <p:spPr>
          <a:xfrm>
            <a:off x="245066" y="2550218"/>
            <a:ext cx="4963133" cy="2964539"/>
          </a:xfrm>
        </p:spPr>
      </p:pic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9" t="224" r="4454" b="224"/>
          <a:stretch/>
        </p:blipFill>
        <p:spPr>
          <a:xfrm>
            <a:off x="5208199" y="2550217"/>
            <a:ext cx="3731559" cy="137498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78"/>
          <a:stretch/>
        </p:blipFill>
        <p:spPr>
          <a:xfrm>
            <a:off x="5246515" y="4219357"/>
            <a:ext cx="3693243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264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DockTope</a:t>
            </a:r>
            <a:r>
              <a:rPr lang="pt-BR" dirty="0"/>
              <a:t> </a:t>
            </a:r>
            <a:r>
              <a:rPr lang="pt-BR" sz="1500" dirty="0"/>
              <a:t>(</a:t>
            </a:r>
            <a:r>
              <a:rPr lang="pt-BR" sz="1500" dirty="0" err="1"/>
              <a:t>last</a:t>
            </a:r>
            <a:r>
              <a:rPr lang="pt-BR" sz="1500" dirty="0"/>
              <a:t> online </a:t>
            </a:r>
            <a:r>
              <a:rPr lang="pt-BR" sz="1500" dirty="0" err="1"/>
              <a:t>version</a:t>
            </a:r>
            <a:r>
              <a:rPr lang="pt-BR" sz="1500" dirty="0"/>
              <a:t>)</a:t>
            </a:r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047" b="35103"/>
          <a:stretch/>
        </p:blipFill>
        <p:spPr>
          <a:xfrm>
            <a:off x="396176" y="2661996"/>
            <a:ext cx="5104119" cy="2440983"/>
          </a:xfrm>
        </p:spPr>
      </p:pic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1833"/>
          <a:stretch/>
        </p:blipFill>
        <p:spPr>
          <a:xfrm>
            <a:off x="5500528" y="2661996"/>
            <a:ext cx="3721457" cy="130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180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DockTope</a:t>
            </a:r>
            <a:r>
              <a:rPr lang="pt-BR" dirty="0"/>
              <a:t> </a:t>
            </a:r>
            <a:r>
              <a:rPr lang="pt-BR" sz="1500" dirty="0"/>
              <a:t>(</a:t>
            </a:r>
            <a:r>
              <a:rPr lang="pt-BR" sz="1500" dirty="0" err="1"/>
              <a:t>last</a:t>
            </a:r>
            <a:r>
              <a:rPr lang="pt-BR" sz="1500" dirty="0"/>
              <a:t> online </a:t>
            </a:r>
            <a:r>
              <a:rPr lang="pt-BR" sz="1500" dirty="0" err="1"/>
              <a:t>version</a:t>
            </a:r>
            <a:r>
              <a:rPr lang="pt-BR" sz="1500" dirty="0"/>
              <a:t>)</a:t>
            </a:r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540"/>
          <a:stretch/>
        </p:blipFill>
        <p:spPr>
          <a:xfrm>
            <a:off x="628651" y="2484572"/>
            <a:ext cx="4420814" cy="2598570"/>
          </a:xfr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397" y="4027376"/>
            <a:ext cx="3810000" cy="1381125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6" r="1821" b="20292"/>
          <a:stretch/>
        </p:blipFill>
        <p:spPr>
          <a:xfrm>
            <a:off x="5136397" y="2544809"/>
            <a:ext cx="3721924" cy="1063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73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26865"/>
          </a:xfrm>
        </p:spPr>
        <p:txBody>
          <a:bodyPr>
            <a:normAutofit fontScale="90000"/>
          </a:bodyPr>
          <a:lstStyle/>
          <a:p>
            <a:r>
              <a:rPr lang="pt-BR" dirty="0" err="1"/>
              <a:t>DockTope</a:t>
            </a:r>
            <a:r>
              <a:rPr lang="pt-BR" dirty="0"/>
              <a:t> </a:t>
            </a:r>
            <a:r>
              <a:rPr lang="pt-BR" sz="1650" dirty="0"/>
              <a:t>(new </a:t>
            </a:r>
            <a:r>
              <a:rPr lang="pt-BR" sz="1650" dirty="0" err="1"/>
              <a:t>version</a:t>
            </a:r>
            <a:r>
              <a:rPr lang="pt-BR" sz="1650" dirty="0"/>
              <a:t>: </a:t>
            </a:r>
            <a:r>
              <a:rPr lang="pt-BR" sz="1650" dirty="0" err="1"/>
              <a:t>index.php</a:t>
            </a:r>
            <a:r>
              <a:rPr lang="pt-BR" sz="1650" dirty="0"/>
              <a:t>)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1855720"/>
            <a:ext cx="7543800" cy="384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059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26865"/>
          </a:xfrm>
        </p:spPr>
        <p:txBody>
          <a:bodyPr>
            <a:normAutofit fontScale="90000"/>
          </a:bodyPr>
          <a:lstStyle/>
          <a:p>
            <a:r>
              <a:rPr lang="pt-BR" dirty="0" err="1"/>
              <a:t>DockTope</a:t>
            </a:r>
            <a:r>
              <a:rPr lang="pt-BR" dirty="0"/>
              <a:t> </a:t>
            </a:r>
            <a:r>
              <a:rPr lang="pt-BR" sz="1650" dirty="0"/>
              <a:t>(new </a:t>
            </a:r>
            <a:r>
              <a:rPr lang="pt-BR" sz="1650" dirty="0" err="1"/>
              <a:t>version</a:t>
            </a:r>
            <a:r>
              <a:rPr lang="pt-BR" sz="1650" dirty="0"/>
              <a:t>: </a:t>
            </a:r>
            <a:r>
              <a:rPr lang="pt-BR" sz="1650" dirty="0" err="1"/>
              <a:t>index.php</a:t>
            </a:r>
            <a:r>
              <a:rPr lang="pt-BR" sz="1650" dirty="0"/>
              <a:t>)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1850335"/>
            <a:ext cx="7543800" cy="3824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29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26865"/>
          </a:xfrm>
        </p:spPr>
        <p:txBody>
          <a:bodyPr>
            <a:normAutofit fontScale="90000"/>
          </a:bodyPr>
          <a:lstStyle/>
          <a:p>
            <a:r>
              <a:rPr lang="pt-BR" dirty="0" err="1"/>
              <a:t>DockTope</a:t>
            </a:r>
            <a:r>
              <a:rPr lang="pt-BR" dirty="0"/>
              <a:t> </a:t>
            </a:r>
            <a:r>
              <a:rPr lang="pt-BR" sz="1650" dirty="0"/>
              <a:t>(new </a:t>
            </a:r>
            <a:r>
              <a:rPr lang="pt-BR" sz="1650" dirty="0" err="1"/>
              <a:t>version</a:t>
            </a:r>
            <a:r>
              <a:rPr lang="pt-BR" sz="1650" dirty="0"/>
              <a:t>: </a:t>
            </a:r>
            <a:r>
              <a:rPr lang="pt-BR" sz="1650" dirty="0" err="1"/>
              <a:t>index.php</a:t>
            </a:r>
            <a:r>
              <a:rPr lang="pt-BR" sz="1650" dirty="0"/>
              <a:t>)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1855720"/>
            <a:ext cx="7543800" cy="384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007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26865"/>
          </a:xfrm>
        </p:spPr>
        <p:txBody>
          <a:bodyPr>
            <a:normAutofit fontScale="90000"/>
          </a:bodyPr>
          <a:lstStyle/>
          <a:p>
            <a:r>
              <a:rPr lang="pt-BR" dirty="0" err="1"/>
              <a:t>DockTope</a:t>
            </a:r>
            <a:r>
              <a:rPr lang="pt-BR" dirty="0"/>
              <a:t> (new </a:t>
            </a:r>
            <a:r>
              <a:rPr lang="pt-BR" dirty="0" err="1"/>
              <a:t>version</a:t>
            </a:r>
            <a:r>
              <a:rPr lang="pt-BR" dirty="0"/>
              <a:t>)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1859860"/>
            <a:ext cx="7543800" cy="3807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74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26865"/>
          </a:xfrm>
        </p:spPr>
        <p:txBody>
          <a:bodyPr>
            <a:normAutofit fontScale="90000"/>
          </a:bodyPr>
          <a:lstStyle/>
          <a:p>
            <a:r>
              <a:rPr lang="pt-BR" dirty="0" err="1"/>
              <a:t>DockTope</a:t>
            </a:r>
            <a:r>
              <a:rPr lang="pt-BR" dirty="0"/>
              <a:t> (new </a:t>
            </a:r>
            <a:r>
              <a:rPr lang="pt-BR" dirty="0" err="1"/>
              <a:t>version</a:t>
            </a:r>
            <a:r>
              <a:rPr lang="pt-BR" dirty="0"/>
              <a:t>: </a:t>
            </a:r>
            <a:r>
              <a:rPr lang="pt-BR" dirty="0" err="1"/>
              <a:t>home.php</a:t>
            </a:r>
            <a:r>
              <a:rPr lang="pt-BR" dirty="0"/>
              <a:t>)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2018125"/>
            <a:ext cx="7543800" cy="3680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183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426865"/>
          </a:xfrm>
        </p:spPr>
        <p:txBody>
          <a:bodyPr>
            <a:normAutofit fontScale="90000"/>
          </a:bodyPr>
          <a:lstStyle/>
          <a:p>
            <a:r>
              <a:rPr lang="pt-BR" dirty="0" err="1"/>
              <a:t>DockTope</a:t>
            </a:r>
            <a:r>
              <a:rPr lang="pt-BR" dirty="0"/>
              <a:t> (new </a:t>
            </a:r>
            <a:r>
              <a:rPr lang="pt-BR" dirty="0" err="1"/>
              <a:t>version</a:t>
            </a:r>
            <a:r>
              <a:rPr lang="pt-BR" dirty="0"/>
              <a:t>: </a:t>
            </a:r>
            <a:r>
              <a:rPr lang="pt-BR" dirty="0" err="1"/>
              <a:t>submit</a:t>
            </a:r>
            <a:r>
              <a:rPr lang="pt-BR" dirty="0"/>
              <a:t> </a:t>
            </a:r>
            <a:r>
              <a:rPr lang="pt-BR" dirty="0" err="1"/>
              <a:t>session</a:t>
            </a:r>
            <a:r>
              <a:rPr lang="pt-BR" dirty="0"/>
              <a:t>)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1889678"/>
            <a:ext cx="7543800" cy="3807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63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">
            <a:extLst>
              <a:ext uri="{FF2B5EF4-FFF2-40B4-BE49-F238E27FC236}">
                <a16:creationId xmlns:a16="http://schemas.microsoft.com/office/drawing/2014/main" id="{FA4DBEDC-E584-4DA9-B57B-75FA1839056D}"/>
              </a:ext>
            </a:extLst>
          </p:cNvPr>
          <p:cNvGrpSpPr>
            <a:grpSpLocks/>
          </p:cNvGrpSpPr>
          <p:nvPr/>
        </p:nvGrpSpPr>
        <p:grpSpPr bwMode="auto">
          <a:xfrm>
            <a:off x="804053" y="2032541"/>
            <a:ext cx="2857500" cy="2857500"/>
            <a:chOff x="-24" y="170"/>
            <a:chExt cx="2400" cy="2400"/>
          </a:xfrm>
        </p:grpSpPr>
        <p:pic>
          <p:nvPicPr>
            <p:cNvPr id="1026" name="Picture 2" descr="http://arquivos.cesup.ufrgs.br/clusters/newton.png">
              <a:extLst>
                <a:ext uri="{FF2B5EF4-FFF2-40B4-BE49-F238E27FC236}">
                  <a16:creationId xmlns:a16="http://schemas.microsoft.com/office/drawing/2014/main" id="{233D7D01-F24F-4CFD-A4F4-6EDC01EF73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4" y="170"/>
              <a:ext cx="2400" cy="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Freeform 11">
              <a:extLst>
                <a:ext uri="{FF2B5EF4-FFF2-40B4-BE49-F238E27FC236}">
                  <a16:creationId xmlns:a16="http://schemas.microsoft.com/office/drawing/2014/main" id="{A73053D6-1FD1-48E0-BC95-2291B3669B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6" y="1746"/>
              <a:ext cx="336" cy="312"/>
            </a:xfrm>
            <a:custGeom>
              <a:avLst/>
              <a:gdLst>
                <a:gd name="T0" fmla="*/ 0 w 336"/>
                <a:gd name="T1" fmla="*/ 102 h 312"/>
                <a:gd name="T2" fmla="*/ 336 w 336"/>
                <a:gd name="T3" fmla="*/ 0 h 312"/>
                <a:gd name="T4" fmla="*/ 330 w 336"/>
                <a:gd name="T5" fmla="*/ 222 h 312"/>
                <a:gd name="T6" fmla="*/ 6 w 336"/>
                <a:gd name="T7" fmla="*/ 312 h 312"/>
                <a:gd name="T8" fmla="*/ 0 w 336"/>
                <a:gd name="T9" fmla="*/ 102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6" h="312">
                  <a:moveTo>
                    <a:pt x="0" y="102"/>
                  </a:moveTo>
                  <a:lnTo>
                    <a:pt x="336" y="0"/>
                  </a:lnTo>
                  <a:lnTo>
                    <a:pt x="330" y="222"/>
                  </a:lnTo>
                  <a:lnTo>
                    <a:pt x="6" y="312"/>
                  </a:lnTo>
                  <a:lnTo>
                    <a:pt x="0" y="102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7" name="Freeform 10">
              <a:extLst>
                <a:ext uri="{FF2B5EF4-FFF2-40B4-BE49-F238E27FC236}">
                  <a16:creationId xmlns:a16="http://schemas.microsoft.com/office/drawing/2014/main" id="{2FA6C056-FDA8-47AD-97A9-2B39A2ECF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2" y="720"/>
              <a:ext cx="384" cy="1122"/>
            </a:xfrm>
            <a:custGeom>
              <a:avLst/>
              <a:gdLst>
                <a:gd name="T0" fmla="*/ 12 w 384"/>
                <a:gd name="T1" fmla="*/ 6 h 1122"/>
                <a:gd name="T2" fmla="*/ 384 w 384"/>
                <a:gd name="T3" fmla="*/ 0 h 1122"/>
                <a:gd name="T4" fmla="*/ 342 w 384"/>
                <a:gd name="T5" fmla="*/ 1020 h 1122"/>
                <a:gd name="T6" fmla="*/ 0 w 384"/>
                <a:gd name="T7" fmla="*/ 1122 h 1122"/>
                <a:gd name="T8" fmla="*/ 12 w 384"/>
                <a:gd name="T9" fmla="*/ 6 h 1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4" h="1122">
                  <a:moveTo>
                    <a:pt x="12" y="6"/>
                  </a:moveTo>
                  <a:lnTo>
                    <a:pt x="384" y="0"/>
                  </a:lnTo>
                  <a:lnTo>
                    <a:pt x="342" y="1020"/>
                  </a:lnTo>
                  <a:lnTo>
                    <a:pt x="0" y="1122"/>
                  </a:lnTo>
                  <a:lnTo>
                    <a:pt x="12" y="6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8" name="Freeform 9">
              <a:extLst>
                <a:ext uri="{FF2B5EF4-FFF2-40B4-BE49-F238E27FC236}">
                  <a16:creationId xmlns:a16="http://schemas.microsoft.com/office/drawing/2014/main" id="{FE149F81-51FA-4EEC-81A4-4645BC265F3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2" y="258"/>
              <a:ext cx="312" cy="450"/>
            </a:xfrm>
            <a:custGeom>
              <a:avLst/>
              <a:gdLst>
                <a:gd name="T0" fmla="*/ 24 w 312"/>
                <a:gd name="T1" fmla="*/ 0 h 450"/>
                <a:gd name="T2" fmla="*/ 312 w 312"/>
                <a:gd name="T3" fmla="*/ 18 h 450"/>
                <a:gd name="T4" fmla="*/ 294 w 312"/>
                <a:gd name="T5" fmla="*/ 444 h 450"/>
                <a:gd name="T6" fmla="*/ 0 w 312"/>
                <a:gd name="T7" fmla="*/ 450 h 450"/>
                <a:gd name="T8" fmla="*/ 24 w 312"/>
                <a:gd name="T9" fmla="*/ 0 h 4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2" h="450">
                  <a:moveTo>
                    <a:pt x="24" y="0"/>
                  </a:moveTo>
                  <a:lnTo>
                    <a:pt x="312" y="18"/>
                  </a:lnTo>
                  <a:lnTo>
                    <a:pt x="294" y="444"/>
                  </a:lnTo>
                  <a:lnTo>
                    <a:pt x="0" y="450"/>
                  </a:lnTo>
                  <a:lnTo>
                    <a:pt x="24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55383D3-91A3-449D-86AA-09697E3D5BA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8" y="426"/>
              <a:ext cx="396" cy="300"/>
            </a:xfrm>
            <a:custGeom>
              <a:avLst/>
              <a:gdLst>
                <a:gd name="T0" fmla="*/ 6 w 396"/>
                <a:gd name="T1" fmla="*/ 0 h 300"/>
                <a:gd name="T2" fmla="*/ 396 w 396"/>
                <a:gd name="T3" fmla="*/ 12 h 300"/>
                <a:gd name="T4" fmla="*/ 396 w 396"/>
                <a:gd name="T5" fmla="*/ 282 h 300"/>
                <a:gd name="T6" fmla="*/ 0 w 396"/>
                <a:gd name="T7" fmla="*/ 300 h 300"/>
                <a:gd name="T8" fmla="*/ 6 w 396"/>
                <a:gd name="T9" fmla="*/ 0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6" h="300">
                  <a:moveTo>
                    <a:pt x="6" y="0"/>
                  </a:moveTo>
                  <a:lnTo>
                    <a:pt x="396" y="12"/>
                  </a:lnTo>
                  <a:lnTo>
                    <a:pt x="396" y="282"/>
                  </a:lnTo>
                  <a:lnTo>
                    <a:pt x="0" y="300"/>
                  </a:lnTo>
                  <a:lnTo>
                    <a:pt x="6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612C4FB9-1FFC-493D-AF36-E1A58FA976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44" y="624"/>
              <a:ext cx="390" cy="1176"/>
            </a:xfrm>
            <a:custGeom>
              <a:avLst/>
              <a:gdLst>
                <a:gd name="T0" fmla="*/ 300 w 390"/>
                <a:gd name="T1" fmla="*/ 1080 h 1176"/>
                <a:gd name="T2" fmla="*/ 390 w 390"/>
                <a:gd name="T3" fmla="*/ 6 h 1176"/>
                <a:gd name="T4" fmla="*/ 114 w 390"/>
                <a:gd name="T5" fmla="*/ 0 h 1176"/>
                <a:gd name="T6" fmla="*/ 0 w 390"/>
                <a:gd name="T7" fmla="*/ 1176 h 1176"/>
                <a:gd name="T8" fmla="*/ 300 w 390"/>
                <a:gd name="T9" fmla="*/ 1080 h 11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0" h="1176">
                  <a:moveTo>
                    <a:pt x="300" y="1080"/>
                  </a:moveTo>
                  <a:lnTo>
                    <a:pt x="390" y="6"/>
                  </a:lnTo>
                  <a:lnTo>
                    <a:pt x="114" y="0"/>
                  </a:lnTo>
                  <a:lnTo>
                    <a:pt x="0" y="1176"/>
                  </a:lnTo>
                  <a:lnTo>
                    <a:pt x="300" y="108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C9B5E8F6-7F23-4EE6-8E92-8CD0ACF991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8" y="696"/>
              <a:ext cx="348" cy="1146"/>
            </a:xfrm>
            <a:custGeom>
              <a:avLst/>
              <a:gdLst>
                <a:gd name="T0" fmla="*/ 54 w 348"/>
                <a:gd name="T1" fmla="*/ 6 h 1146"/>
                <a:gd name="T2" fmla="*/ 348 w 348"/>
                <a:gd name="T3" fmla="*/ 0 h 1146"/>
                <a:gd name="T4" fmla="*/ 270 w 348"/>
                <a:gd name="T5" fmla="*/ 1050 h 1146"/>
                <a:gd name="T6" fmla="*/ 0 w 348"/>
                <a:gd name="T7" fmla="*/ 1146 h 1146"/>
                <a:gd name="T8" fmla="*/ 54 w 348"/>
                <a:gd name="T9" fmla="*/ 6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8" h="1146">
                  <a:moveTo>
                    <a:pt x="54" y="6"/>
                  </a:moveTo>
                  <a:lnTo>
                    <a:pt x="348" y="0"/>
                  </a:lnTo>
                  <a:lnTo>
                    <a:pt x="270" y="1050"/>
                  </a:lnTo>
                  <a:lnTo>
                    <a:pt x="0" y="1146"/>
                  </a:lnTo>
                  <a:lnTo>
                    <a:pt x="54" y="6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8B21F02-67AC-41F8-8376-FCECD6106B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8" y="264"/>
              <a:ext cx="408" cy="162"/>
            </a:xfrm>
            <a:custGeom>
              <a:avLst/>
              <a:gdLst>
                <a:gd name="T0" fmla="*/ 6 w 408"/>
                <a:gd name="T1" fmla="*/ 0 h 162"/>
                <a:gd name="T2" fmla="*/ 408 w 408"/>
                <a:gd name="T3" fmla="*/ 24 h 162"/>
                <a:gd name="T4" fmla="*/ 396 w 408"/>
                <a:gd name="T5" fmla="*/ 162 h 162"/>
                <a:gd name="T6" fmla="*/ 0 w 408"/>
                <a:gd name="T7" fmla="*/ 150 h 162"/>
                <a:gd name="T8" fmla="*/ 6 w 408"/>
                <a:gd name="T9" fmla="*/ 0 h 1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8" h="162">
                  <a:moveTo>
                    <a:pt x="6" y="0"/>
                  </a:moveTo>
                  <a:lnTo>
                    <a:pt x="408" y="24"/>
                  </a:lnTo>
                  <a:lnTo>
                    <a:pt x="396" y="162"/>
                  </a:lnTo>
                  <a:lnTo>
                    <a:pt x="0" y="150"/>
                  </a:lnTo>
                  <a:lnTo>
                    <a:pt x="6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" name="Freeform 4">
              <a:extLst>
                <a:ext uri="{FF2B5EF4-FFF2-40B4-BE49-F238E27FC236}">
                  <a16:creationId xmlns:a16="http://schemas.microsoft.com/office/drawing/2014/main" id="{A2FBA36E-E0AA-46FE-8471-5C731E875B49}"/>
                </a:ext>
              </a:extLst>
            </p:cNvPr>
            <p:cNvSpPr>
              <a:spLocks/>
            </p:cNvSpPr>
            <p:nvPr/>
          </p:nvSpPr>
          <p:spPr bwMode="auto">
            <a:xfrm>
              <a:off x="432" y="540"/>
              <a:ext cx="516" cy="354"/>
            </a:xfrm>
            <a:custGeom>
              <a:avLst/>
              <a:gdLst>
                <a:gd name="T0" fmla="*/ 0 w 516"/>
                <a:gd name="T1" fmla="*/ 0 h 354"/>
                <a:gd name="T2" fmla="*/ 516 w 516"/>
                <a:gd name="T3" fmla="*/ 6 h 354"/>
                <a:gd name="T4" fmla="*/ 516 w 516"/>
                <a:gd name="T5" fmla="*/ 306 h 354"/>
                <a:gd name="T6" fmla="*/ 18 w 516"/>
                <a:gd name="T7" fmla="*/ 354 h 354"/>
                <a:gd name="T8" fmla="*/ 0 w 516"/>
                <a:gd name="T9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16" h="354">
                  <a:moveTo>
                    <a:pt x="0" y="0"/>
                  </a:moveTo>
                  <a:lnTo>
                    <a:pt x="516" y="6"/>
                  </a:lnTo>
                  <a:lnTo>
                    <a:pt x="516" y="306"/>
                  </a:lnTo>
                  <a:lnTo>
                    <a:pt x="18" y="354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3AB3A3C8-5D22-4410-AAC1-68B2B7055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0" y="876"/>
              <a:ext cx="456" cy="744"/>
            </a:xfrm>
            <a:custGeom>
              <a:avLst/>
              <a:gdLst>
                <a:gd name="T0" fmla="*/ 0 w 456"/>
                <a:gd name="T1" fmla="*/ 24 h 744"/>
                <a:gd name="T2" fmla="*/ 450 w 456"/>
                <a:gd name="T3" fmla="*/ 0 h 744"/>
                <a:gd name="T4" fmla="*/ 456 w 456"/>
                <a:gd name="T5" fmla="*/ 660 h 744"/>
                <a:gd name="T6" fmla="*/ 42 w 456"/>
                <a:gd name="T7" fmla="*/ 744 h 744"/>
                <a:gd name="T8" fmla="*/ 0 w 456"/>
                <a:gd name="T9" fmla="*/ 24 h 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6" h="744">
                  <a:moveTo>
                    <a:pt x="0" y="24"/>
                  </a:moveTo>
                  <a:lnTo>
                    <a:pt x="450" y="0"/>
                  </a:lnTo>
                  <a:lnTo>
                    <a:pt x="456" y="660"/>
                  </a:lnTo>
                  <a:lnTo>
                    <a:pt x="42" y="744"/>
                  </a:lnTo>
                  <a:lnTo>
                    <a:pt x="0" y="24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131661B-CBC4-45F6-A271-81B24392B033}"/>
              </a:ext>
            </a:extLst>
          </p:cNvPr>
          <p:cNvSpPr txBox="1"/>
          <p:nvPr/>
        </p:nvSpPr>
        <p:spPr>
          <a:xfrm>
            <a:off x="4304540" y="1572768"/>
            <a:ext cx="4123944" cy="36240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45 processing nodes</a:t>
            </a:r>
          </a:p>
          <a:p>
            <a:r>
              <a:rPr lang="en-US" sz="1350" dirty="0"/>
              <a:t>3 managing nodes</a:t>
            </a:r>
          </a:p>
          <a:p>
            <a:r>
              <a:rPr lang="en-US" sz="1350" dirty="0"/>
              <a:t>8 GPUs </a:t>
            </a:r>
            <a:r>
              <a:rPr lang="en-US" sz="1350" dirty="0" err="1"/>
              <a:t>nVIDIA</a:t>
            </a:r>
            <a:r>
              <a:rPr lang="en-US" sz="1350" dirty="0"/>
              <a:t> Tesla</a:t>
            </a:r>
          </a:p>
          <a:p>
            <a:r>
              <a:rPr lang="en-US" sz="1350" dirty="0"/>
              <a:t>1 GPU AMD </a:t>
            </a:r>
            <a:r>
              <a:rPr lang="en-US" sz="1350" dirty="0" err="1"/>
              <a:t>FireStream</a:t>
            </a:r>
            <a:endParaRPr lang="en-US" sz="1350" dirty="0"/>
          </a:p>
          <a:p>
            <a:r>
              <a:rPr lang="en-US" sz="1350" dirty="0"/>
              <a:t>1 switch Voltaire InfiniBand</a:t>
            </a:r>
          </a:p>
          <a:p>
            <a:r>
              <a:rPr lang="en-US" sz="1350" dirty="0"/>
              <a:t>Total of 1296GB of RAM</a:t>
            </a:r>
          </a:p>
          <a:p>
            <a:r>
              <a:rPr lang="en-US" sz="1350" dirty="0"/>
              <a:t>Total of 188TB of storage capacity, being 158TB shared with the SGI </a:t>
            </a:r>
            <a:r>
              <a:rPr lang="en-US" sz="1350" dirty="0" err="1"/>
              <a:t>Altix</a:t>
            </a:r>
            <a:r>
              <a:rPr lang="en-US" sz="1350" dirty="0"/>
              <a:t> Gauss cluster</a:t>
            </a:r>
          </a:p>
          <a:p>
            <a:r>
              <a:rPr lang="en-US" sz="1350" dirty="0"/>
              <a:t>Theoretical peak performance of 12.94 </a:t>
            </a:r>
            <a:r>
              <a:rPr lang="en-US" sz="1350" dirty="0" err="1"/>
              <a:t>Tflops</a:t>
            </a:r>
            <a:endParaRPr lang="en-US" sz="1350" dirty="0"/>
          </a:p>
          <a:p>
            <a:endParaRPr lang="en-US" sz="1350" dirty="0"/>
          </a:p>
          <a:p>
            <a:r>
              <a:rPr lang="en-US" sz="1350" dirty="0"/>
              <a:t>+ Sun Fire X2200 M2 (37 unities)</a:t>
            </a:r>
          </a:p>
          <a:p>
            <a:r>
              <a:rPr lang="en-US" sz="1350" dirty="0"/>
              <a:t>+ Sun Fire X4240 (4 unities)</a:t>
            </a:r>
          </a:p>
          <a:p>
            <a:r>
              <a:rPr lang="en-US" sz="1350" dirty="0"/>
              <a:t>+ Sun Fire X4600 M2 (6 unities)</a:t>
            </a:r>
          </a:p>
          <a:p>
            <a:r>
              <a:rPr lang="en-US" sz="1350" dirty="0"/>
              <a:t>+ Sun Fire X4500 Data Server (1 unities)</a:t>
            </a:r>
          </a:p>
          <a:p>
            <a:r>
              <a:rPr lang="en-US" sz="1350" dirty="0"/>
              <a:t>+ Sun Ultra 20 Workstation (1 unities)</a:t>
            </a:r>
          </a:p>
          <a:p>
            <a:r>
              <a:rPr lang="en-US" sz="1350" dirty="0"/>
              <a:t>+ Storage devices</a:t>
            </a:r>
          </a:p>
          <a:p>
            <a:r>
              <a:rPr lang="en-US" sz="1350" dirty="0"/>
              <a:t>+ Switch Voltaire ISR 9288 DDR InfiniBand</a:t>
            </a:r>
          </a:p>
        </p:txBody>
      </p:sp>
    </p:spTree>
    <p:extLst>
      <p:ext uri="{BB962C8B-B14F-4D97-AF65-F5344CB8AC3E}">
        <p14:creationId xmlns:p14="http://schemas.microsoft.com/office/powerpoint/2010/main" val="25146208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479</Words>
  <Application>Microsoft Office PowerPoint</Application>
  <PresentationFormat>On-screen Show (4:3)</PresentationFormat>
  <Paragraphs>41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Wingdings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DockTope (last online version)</vt:lpstr>
      <vt:lpstr>DockTope (last online version)</vt:lpstr>
      <vt:lpstr>DockTope (last online version)</vt:lpstr>
      <vt:lpstr>DockTope (new version: index.php)</vt:lpstr>
      <vt:lpstr>DockTope (new version: index.php)</vt:lpstr>
      <vt:lpstr>DockTope (new version: index.php)</vt:lpstr>
      <vt:lpstr>DockTope (new version)</vt:lpstr>
      <vt:lpstr>DockTope (new version: home.php)</vt:lpstr>
      <vt:lpstr>DockTope (new version: submit session)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Squall</dc:creator>
  <cp:lastModifiedBy>Dinler Antunes</cp:lastModifiedBy>
  <cp:revision>26</cp:revision>
  <dcterms:created xsi:type="dcterms:W3CDTF">2013-10-16T11:44:48Z</dcterms:created>
  <dcterms:modified xsi:type="dcterms:W3CDTF">2018-08-20T19:45:28Z</dcterms:modified>
</cp:coreProperties>
</file>